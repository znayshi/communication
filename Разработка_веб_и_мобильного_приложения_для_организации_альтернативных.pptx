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8288000" cy="10287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1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5D3D5B-1E53-48E6-9EB3-8CB9868790B7}" type="datetimeFigureOut">
              <a:rPr lang="ru-RU" smtClean="0"/>
              <a:t>18.12.2023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4DF50-7431-440C-B48B-3D50C487CA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57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4DF50-7431-440C-B48B-3D50C487CAF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064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9D6B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72413F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524716" y="0"/>
            <a:ext cx="7239000" cy="2718435"/>
          </a:xfrm>
          <a:custGeom>
            <a:avLst/>
            <a:gdLst/>
            <a:ahLst/>
            <a:cxnLst/>
            <a:rect l="l" t="t" r="r" b="b"/>
            <a:pathLst>
              <a:path w="7239000" h="2718435">
                <a:moveTo>
                  <a:pt x="7238565" y="2718100"/>
                </a:moveTo>
                <a:lnTo>
                  <a:pt x="0" y="2718100"/>
                </a:lnTo>
                <a:lnTo>
                  <a:pt x="0" y="0"/>
                </a:lnTo>
                <a:lnTo>
                  <a:pt x="7238565" y="0"/>
                </a:lnTo>
                <a:lnTo>
                  <a:pt x="7238565" y="2718100"/>
                </a:lnTo>
                <a:close/>
              </a:path>
            </a:pathLst>
          </a:custGeom>
          <a:solidFill>
            <a:srgbClr val="DED8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9D6B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9D6B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82150"/>
            <a:ext cx="18288000" cy="704850"/>
          </a:xfrm>
          <a:custGeom>
            <a:avLst/>
            <a:gdLst/>
            <a:ahLst/>
            <a:cxnLst/>
            <a:rect l="l" t="t" r="r" b="b"/>
            <a:pathLst>
              <a:path w="18288000" h="704850">
                <a:moveTo>
                  <a:pt x="0" y="0"/>
                </a:moveTo>
                <a:lnTo>
                  <a:pt x="18287998" y="0"/>
                </a:lnTo>
                <a:lnTo>
                  <a:pt x="18287998" y="704849"/>
                </a:lnTo>
                <a:lnTo>
                  <a:pt x="0" y="704849"/>
                </a:lnTo>
                <a:lnTo>
                  <a:pt x="0" y="0"/>
                </a:lnTo>
                <a:close/>
              </a:path>
            </a:pathLst>
          </a:custGeom>
          <a:solidFill>
            <a:srgbClr val="DED8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8288000" cy="704850"/>
          </a:xfrm>
          <a:custGeom>
            <a:avLst/>
            <a:gdLst/>
            <a:ahLst/>
            <a:cxnLst/>
            <a:rect l="l" t="t" r="r" b="b"/>
            <a:pathLst>
              <a:path w="18288000" h="704850">
                <a:moveTo>
                  <a:pt x="0" y="0"/>
                </a:moveTo>
                <a:lnTo>
                  <a:pt x="18287998" y="0"/>
                </a:lnTo>
                <a:lnTo>
                  <a:pt x="18287998" y="704849"/>
                </a:lnTo>
                <a:lnTo>
                  <a:pt x="0" y="704849"/>
                </a:lnTo>
                <a:lnTo>
                  <a:pt x="0" y="0"/>
                </a:lnTo>
                <a:close/>
              </a:path>
            </a:pathLst>
          </a:custGeom>
          <a:solidFill>
            <a:srgbClr val="DED8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84527" y="-4508"/>
            <a:ext cx="6318944" cy="174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9D6B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13399" y="3068256"/>
            <a:ext cx="13861200" cy="4788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rgbClr val="72413F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213399" y="2749233"/>
            <a:ext cx="13861200" cy="4788534"/>
          </a:xfrm>
          <a:prstGeom prst="rect">
            <a:avLst/>
          </a:prstGeom>
        </p:spPr>
        <p:txBody>
          <a:bodyPr vert="horz" wrap="square" lIns="0" tIns="239395" rIns="0" bIns="0" rtlCol="0">
            <a:spAutoFit/>
          </a:bodyPr>
          <a:lstStyle/>
          <a:p>
            <a:pPr marL="12700" marR="5080" indent="-635" algn="ctr">
              <a:lnSpc>
                <a:spcPct val="76400"/>
              </a:lnSpc>
              <a:spcBef>
                <a:spcPts val="1885"/>
              </a:spcBef>
            </a:pPr>
            <a:r>
              <a:rPr spc="680" dirty="0">
                <a:solidFill>
                  <a:schemeClr val="tx1"/>
                </a:solidFill>
                <a:latin typeface="+mj-lt"/>
              </a:rPr>
              <a:t>РАЗРАБОТКА </a:t>
            </a:r>
            <a:r>
              <a:rPr spc="1050" dirty="0">
                <a:solidFill>
                  <a:schemeClr val="tx1"/>
                </a:solidFill>
                <a:latin typeface="+mj-lt"/>
              </a:rPr>
              <a:t>ВЕБ </a:t>
            </a:r>
            <a:r>
              <a:rPr spc="350" dirty="0">
                <a:solidFill>
                  <a:schemeClr val="tx1"/>
                </a:solidFill>
                <a:latin typeface="+mj-lt"/>
              </a:rPr>
              <a:t>И </a:t>
            </a:r>
            <a:r>
              <a:rPr spc="355" dirty="0">
                <a:solidFill>
                  <a:schemeClr val="tx1"/>
                </a:solidFill>
                <a:latin typeface="+mj-lt"/>
              </a:rPr>
              <a:t> </a:t>
            </a:r>
            <a:r>
              <a:rPr spc="495" dirty="0">
                <a:solidFill>
                  <a:schemeClr val="tx1"/>
                </a:solidFill>
                <a:latin typeface="+mj-lt"/>
              </a:rPr>
              <a:t>МОБИЛЬНОГО </a:t>
            </a:r>
            <a:r>
              <a:rPr spc="705" dirty="0">
                <a:solidFill>
                  <a:schemeClr val="tx1"/>
                </a:solidFill>
                <a:latin typeface="+mj-lt"/>
              </a:rPr>
              <a:t>ПРИЛОЖЕНИЯ </a:t>
            </a:r>
            <a:r>
              <a:rPr spc="710" dirty="0">
                <a:solidFill>
                  <a:schemeClr val="tx1"/>
                </a:solidFill>
                <a:latin typeface="+mj-lt"/>
              </a:rPr>
              <a:t> </a:t>
            </a:r>
            <a:r>
              <a:rPr spc="550" dirty="0">
                <a:solidFill>
                  <a:schemeClr val="tx1"/>
                </a:solidFill>
                <a:latin typeface="+mj-lt"/>
              </a:rPr>
              <a:t>ДЛЯ </a:t>
            </a:r>
            <a:r>
              <a:rPr spc="475" dirty="0">
                <a:solidFill>
                  <a:schemeClr val="tx1"/>
                </a:solidFill>
                <a:latin typeface="+mj-lt"/>
              </a:rPr>
              <a:t>ОРГАНИЗАЦИИ </a:t>
            </a:r>
            <a:r>
              <a:rPr spc="480" dirty="0">
                <a:solidFill>
                  <a:schemeClr val="tx1"/>
                </a:solidFill>
                <a:latin typeface="+mj-lt"/>
              </a:rPr>
              <a:t> </a:t>
            </a:r>
            <a:r>
              <a:rPr spc="580" dirty="0">
                <a:solidFill>
                  <a:schemeClr val="tx1"/>
                </a:solidFill>
                <a:latin typeface="+mj-lt"/>
              </a:rPr>
              <a:t>АЛЬТЕРНАТИВНЫХ </a:t>
            </a:r>
            <a:r>
              <a:rPr spc="565" dirty="0">
                <a:solidFill>
                  <a:schemeClr val="tx1"/>
                </a:solidFill>
                <a:latin typeface="+mj-lt"/>
              </a:rPr>
              <a:t>СПОСОБОВ </a:t>
            </a:r>
            <a:r>
              <a:rPr spc="-1980" dirty="0">
                <a:solidFill>
                  <a:schemeClr val="tx1"/>
                </a:solidFill>
                <a:latin typeface="+mj-lt"/>
              </a:rPr>
              <a:t> </a:t>
            </a:r>
            <a:r>
              <a:rPr spc="480" dirty="0">
                <a:solidFill>
                  <a:schemeClr val="tx1"/>
                </a:solidFill>
                <a:latin typeface="+mj-lt"/>
              </a:rPr>
              <a:t>КОММУНИКАЦИИ</a:t>
            </a:r>
            <a:r>
              <a:rPr spc="25" dirty="0">
                <a:solidFill>
                  <a:schemeClr val="tx1"/>
                </a:solidFill>
                <a:latin typeface="+mj-lt"/>
              </a:rPr>
              <a:t> </a:t>
            </a:r>
            <a:r>
              <a:rPr spc="525" dirty="0">
                <a:solidFill>
                  <a:schemeClr val="tx1"/>
                </a:solidFill>
                <a:latin typeface="+mj-lt"/>
              </a:rPr>
              <a:t>ДЕТЕЙ</a:t>
            </a:r>
            <a:r>
              <a:rPr spc="30" dirty="0">
                <a:solidFill>
                  <a:schemeClr val="tx1"/>
                </a:solidFill>
                <a:latin typeface="+mj-lt"/>
              </a:rPr>
              <a:t> </a:t>
            </a:r>
            <a:r>
              <a:rPr spc="425" dirty="0">
                <a:solidFill>
                  <a:schemeClr val="tx1"/>
                </a:solidFill>
                <a:latin typeface="+mj-lt"/>
              </a:rPr>
              <a:t>С</a:t>
            </a:r>
            <a:r>
              <a:rPr spc="25" dirty="0">
                <a:solidFill>
                  <a:schemeClr val="tx1"/>
                </a:solidFill>
                <a:latin typeface="+mj-lt"/>
              </a:rPr>
              <a:t> </a:t>
            </a:r>
            <a:r>
              <a:rPr spc="745" dirty="0">
                <a:solidFill>
                  <a:schemeClr val="tx1"/>
                </a:solidFill>
                <a:latin typeface="+mj-lt"/>
              </a:rPr>
              <a:t>ОВЗ</a:t>
            </a:r>
          </a:p>
          <a:p>
            <a:pPr marL="4991735">
              <a:lnSpc>
                <a:spcPct val="100000"/>
              </a:lnSpc>
              <a:spcBef>
                <a:spcPts val="660"/>
              </a:spcBef>
            </a:pPr>
            <a:r>
              <a:rPr sz="2400" spc="20" dirty="0">
                <a:solidFill>
                  <a:schemeClr val="tx1"/>
                </a:solidFill>
                <a:latin typeface="+mj-lt"/>
              </a:rPr>
              <a:t>направление</a:t>
            </a:r>
            <a:r>
              <a:rPr sz="2400" spc="-155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55" dirty="0">
                <a:solidFill>
                  <a:schemeClr val="tx1"/>
                </a:solidFill>
                <a:latin typeface="+mj-lt"/>
              </a:rPr>
              <a:t>подготовки:</a:t>
            </a:r>
            <a:endParaRPr sz="2400" dirty="0">
              <a:solidFill>
                <a:schemeClr val="tx1"/>
              </a:solidFill>
              <a:latin typeface="+mj-lt"/>
            </a:endParaRPr>
          </a:p>
          <a:p>
            <a:pPr marL="4280535">
              <a:lnSpc>
                <a:spcPct val="100000"/>
              </a:lnSpc>
              <a:spcBef>
                <a:spcPts val="420"/>
              </a:spcBef>
            </a:pPr>
            <a:r>
              <a:rPr sz="2400" spc="-15" dirty="0">
                <a:solidFill>
                  <a:schemeClr val="tx1"/>
                </a:solidFill>
                <a:latin typeface="+mj-lt"/>
              </a:rPr>
              <a:t>0</a:t>
            </a:r>
            <a:r>
              <a:rPr sz="2400" spc="-10" dirty="0">
                <a:solidFill>
                  <a:schemeClr val="tx1"/>
                </a:solidFill>
                <a:latin typeface="+mj-lt"/>
              </a:rPr>
              <a:t>9</a:t>
            </a:r>
            <a:r>
              <a:rPr sz="2400" spc="-260" dirty="0">
                <a:solidFill>
                  <a:schemeClr val="tx1"/>
                </a:solidFill>
                <a:latin typeface="+mj-lt"/>
              </a:rPr>
              <a:t>.</a:t>
            </a:r>
            <a:r>
              <a:rPr sz="2400" spc="-15" dirty="0">
                <a:solidFill>
                  <a:schemeClr val="tx1"/>
                </a:solidFill>
                <a:latin typeface="+mj-lt"/>
              </a:rPr>
              <a:t>0</a:t>
            </a:r>
            <a:r>
              <a:rPr sz="2400" spc="-105" dirty="0">
                <a:solidFill>
                  <a:schemeClr val="tx1"/>
                </a:solidFill>
                <a:latin typeface="+mj-lt"/>
              </a:rPr>
              <a:t>3</a:t>
            </a:r>
            <a:r>
              <a:rPr sz="2400" spc="-260" dirty="0">
                <a:solidFill>
                  <a:schemeClr val="tx1"/>
                </a:solidFill>
                <a:latin typeface="+mj-lt"/>
              </a:rPr>
              <a:t>.</a:t>
            </a:r>
            <a:r>
              <a:rPr sz="2400" spc="-15" dirty="0">
                <a:solidFill>
                  <a:schemeClr val="tx1"/>
                </a:solidFill>
                <a:latin typeface="+mj-lt"/>
              </a:rPr>
              <a:t>0</a:t>
            </a:r>
            <a:r>
              <a:rPr sz="2400" spc="-105" dirty="0">
                <a:solidFill>
                  <a:schemeClr val="tx1"/>
                </a:solidFill>
                <a:latin typeface="+mj-lt"/>
              </a:rPr>
              <a:t>3</a:t>
            </a:r>
            <a:r>
              <a:rPr sz="2400" spc="-120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+mj-lt"/>
              </a:rPr>
              <a:t>П</a:t>
            </a:r>
            <a:r>
              <a:rPr sz="2400" spc="-35" dirty="0">
                <a:solidFill>
                  <a:schemeClr val="tx1"/>
                </a:solidFill>
                <a:latin typeface="+mj-lt"/>
              </a:rPr>
              <a:t>р</a:t>
            </a:r>
            <a:r>
              <a:rPr sz="2400" spc="35" dirty="0">
                <a:solidFill>
                  <a:schemeClr val="tx1"/>
                </a:solidFill>
                <a:latin typeface="+mj-lt"/>
              </a:rPr>
              <a:t>и</a:t>
            </a:r>
            <a:r>
              <a:rPr sz="2400" spc="-20" dirty="0">
                <a:solidFill>
                  <a:schemeClr val="tx1"/>
                </a:solidFill>
                <a:latin typeface="+mj-lt"/>
              </a:rPr>
              <a:t>к</a:t>
            </a:r>
            <a:r>
              <a:rPr sz="2400" spc="-25" dirty="0">
                <a:solidFill>
                  <a:schemeClr val="tx1"/>
                </a:solidFill>
                <a:latin typeface="+mj-lt"/>
              </a:rPr>
              <a:t>л</a:t>
            </a:r>
            <a:r>
              <a:rPr sz="2400" spc="20" dirty="0">
                <a:solidFill>
                  <a:schemeClr val="tx1"/>
                </a:solidFill>
                <a:latin typeface="+mj-lt"/>
              </a:rPr>
              <a:t>а</a:t>
            </a:r>
            <a:r>
              <a:rPr sz="2400" spc="-220" dirty="0">
                <a:solidFill>
                  <a:schemeClr val="tx1"/>
                </a:solidFill>
                <a:latin typeface="+mj-lt"/>
              </a:rPr>
              <a:t>д</a:t>
            </a:r>
            <a:r>
              <a:rPr sz="2400" spc="25" dirty="0">
                <a:solidFill>
                  <a:schemeClr val="tx1"/>
                </a:solidFill>
                <a:latin typeface="+mj-lt"/>
              </a:rPr>
              <a:t>н</a:t>
            </a:r>
            <a:r>
              <a:rPr sz="2400" spc="20" dirty="0">
                <a:solidFill>
                  <a:schemeClr val="tx1"/>
                </a:solidFill>
                <a:latin typeface="+mj-lt"/>
              </a:rPr>
              <a:t>а</a:t>
            </a:r>
            <a:r>
              <a:rPr sz="2400" spc="114" dirty="0">
                <a:solidFill>
                  <a:schemeClr val="tx1"/>
                </a:solidFill>
                <a:latin typeface="+mj-lt"/>
              </a:rPr>
              <a:t>я</a:t>
            </a:r>
            <a:r>
              <a:rPr sz="2400" spc="-120" dirty="0">
                <a:solidFill>
                  <a:schemeClr val="tx1"/>
                </a:solidFill>
                <a:latin typeface="+mj-lt"/>
              </a:rPr>
              <a:t> </a:t>
            </a:r>
            <a:r>
              <a:rPr sz="2400" spc="35" dirty="0">
                <a:solidFill>
                  <a:schemeClr val="tx1"/>
                </a:solidFill>
                <a:latin typeface="+mj-lt"/>
              </a:rPr>
              <a:t>и</a:t>
            </a:r>
            <a:r>
              <a:rPr sz="2400" spc="25" dirty="0">
                <a:solidFill>
                  <a:schemeClr val="tx1"/>
                </a:solidFill>
                <a:latin typeface="+mj-lt"/>
              </a:rPr>
              <a:t>н</a:t>
            </a:r>
            <a:r>
              <a:rPr sz="2400" spc="-200" dirty="0">
                <a:solidFill>
                  <a:schemeClr val="tx1"/>
                </a:solidFill>
                <a:latin typeface="+mj-lt"/>
              </a:rPr>
              <a:t>ф</a:t>
            </a:r>
            <a:r>
              <a:rPr sz="2400" spc="-25" dirty="0">
                <a:solidFill>
                  <a:schemeClr val="tx1"/>
                </a:solidFill>
                <a:latin typeface="+mj-lt"/>
              </a:rPr>
              <a:t>о</a:t>
            </a:r>
            <a:r>
              <a:rPr sz="2400" spc="-35" dirty="0">
                <a:solidFill>
                  <a:schemeClr val="tx1"/>
                </a:solidFill>
                <a:latin typeface="+mj-lt"/>
              </a:rPr>
              <a:t>р</a:t>
            </a:r>
            <a:r>
              <a:rPr sz="2400" spc="45" dirty="0">
                <a:solidFill>
                  <a:schemeClr val="tx1"/>
                </a:solidFill>
                <a:latin typeface="+mj-lt"/>
              </a:rPr>
              <a:t>м</a:t>
            </a:r>
            <a:r>
              <a:rPr sz="2400" spc="20" dirty="0">
                <a:solidFill>
                  <a:schemeClr val="tx1"/>
                </a:solidFill>
                <a:latin typeface="+mj-lt"/>
              </a:rPr>
              <a:t>а</a:t>
            </a:r>
            <a:r>
              <a:rPr sz="2400" spc="-45" dirty="0">
                <a:solidFill>
                  <a:schemeClr val="tx1"/>
                </a:solidFill>
                <a:latin typeface="+mj-lt"/>
              </a:rPr>
              <a:t>т</a:t>
            </a:r>
            <a:r>
              <a:rPr sz="2400" spc="35" dirty="0">
                <a:solidFill>
                  <a:schemeClr val="tx1"/>
                </a:solidFill>
                <a:latin typeface="+mj-lt"/>
              </a:rPr>
              <a:t>и</a:t>
            </a:r>
            <a:r>
              <a:rPr sz="2400" spc="-20" dirty="0">
                <a:solidFill>
                  <a:schemeClr val="tx1"/>
                </a:solidFill>
                <a:latin typeface="+mj-lt"/>
              </a:rPr>
              <a:t>к</a:t>
            </a:r>
            <a:r>
              <a:rPr sz="2400" spc="20" dirty="0">
                <a:solidFill>
                  <a:schemeClr val="tx1"/>
                </a:solidFill>
                <a:latin typeface="+mj-lt"/>
              </a:rPr>
              <a:t>а</a:t>
            </a:r>
            <a:endParaRPr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5471" y="8834197"/>
            <a:ext cx="1453705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21760" marR="5080" indent="-3909695">
              <a:lnSpc>
                <a:spcPct val="114599"/>
              </a:lnSpc>
              <a:spcBef>
                <a:spcPts val="100"/>
              </a:spcBef>
            </a:pPr>
            <a:r>
              <a:rPr sz="2400" spc="-25" dirty="0">
                <a:latin typeface="+mj-lt"/>
                <a:cs typeface="Lucida Sans Unicode"/>
              </a:rPr>
              <a:t>Исполнители:</a:t>
            </a:r>
            <a:r>
              <a:rPr sz="2400" spc="-105" dirty="0">
                <a:latin typeface="+mj-lt"/>
                <a:cs typeface="Lucida Sans Unicode"/>
              </a:rPr>
              <a:t> </a:t>
            </a:r>
            <a:r>
              <a:rPr sz="2400" spc="-35" dirty="0">
                <a:latin typeface="+mj-lt"/>
                <a:cs typeface="Lucida Sans Unicode"/>
              </a:rPr>
              <a:t>группа</a:t>
            </a:r>
            <a:r>
              <a:rPr sz="2400" spc="-105" dirty="0">
                <a:latin typeface="+mj-lt"/>
                <a:cs typeface="Lucida Sans Unicode"/>
              </a:rPr>
              <a:t> </a:t>
            </a:r>
            <a:r>
              <a:rPr sz="2400" spc="-204" dirty="0">
                <a:latin typeface="+mj-lt"/>
                <a:cs typeface="Lucida Sans Unicode"/>
              </a:rPr>
              <a:t>932102,</a:t>
            </a:r>
            <a:r>
              <a:rPr sz="2400" spc="-100" dirty="0">
                <a:latin typeface="+mj-lt"/>
                <a:cs typeface="Lucida Sans Unicode"/>
              </a:rPr>
              <a:t> </a:t>
            </a:r>
            <a:r>
              <a:rPr sz="2400" spc="10" dirty="0">
                <a:latin typeface="+mj-lt"/>
                <a:cs typeface="Lucida Sans Unicode"/>
              </a:rPr>
              <a:t>Осипова</a:t>
            </a:r>
            <a:r>
              <a:rPr sz="2400" spc="-105" dirty="0">
                <a:latin typeface="+mj-lt"/>
                <a:cs typeface="Lucida Sans Unicode"/>
              </a:rPr>
              <a:t> </a:t>
            </a:r>
            <a:r>
              <a:rPr sz="2400" spc="-45" dirty="0">
                <a:latin typeface="+mj-lt"/>
                <a:cs typeface="Lucida Sans Unicode"/>
              </a:rPr>
              <a:t>Александра</a:t>
            </a:r>
            <a:r>
              <a:rPr sz="2400" spc="-100" dirty="0">
                <a:latin typeface="+mj-lt"/>
                <a:cs typeface="Lucida Sans Unicode"/>
              </a:rPr>
              <a:t> </a:t>
            </a:r>
            <a:r>
              <a:rPr sz="2400" spc="-25" dirty="0">
                <a:latin typeface="+mj-lt"/>
                <a:cs typeface="Lucida Sans Unicode"/>
              </a:rPr>
              <a:t>Дмитриевна,</a:t>
            </a:r>
            <a:r>
              <a:rPr sz="2400" spc="-105" dirty="0">
                <a:latin typeface="+mj-lt"/>
                <a:cs typeface="Lucida Sans Unicode"/>
              </a:rPr>
              <a:t> </a:t>
            </a:r>
            <a:r>
              <a:rPr sz="2400" spc="-15" dirty="0">
                <a:latin typeface="+mj-lt"/>
                <a:cs typeface="Lucida Sans Unicode"/>
              </a:rPr>
              <a:t>Локотецкий</a:t>
            </a:r>
            <a:r>
              <a:rPr sz="2400" spc="-100" dirty="0">
                <a:latin typeface="+mj-lt"/>
                <a:cs typeface="Lucida Sans Unicode"/>
              </a:rPr>
              <a:t> </a:t>
            </a:r>
            <a:r>
              <a:rPr sz="2400" spc="40" dirty="0">
                <a:latin typeface="+mj-lt"/>
                <a:cs typeface="Lucida Sans Unicode"/>
              </a:rPr>
              <a:t>Матвей</a:t>
            </a:r>
            <a:r>
              <a:rPr sz="2400" spc="-105" dirty="0">
                <a:latin typeface="+mj-lt"/>
                <a:cs typeface="Lucida Sans Unicode"/>
              </a:rPr>
              <a:t> </a:t>
            </a:r>
            <a:r>
              <a:rPr sz="2400" spc="65" dirty="0">
                <a:latin typeface="+mj-lt"/>
                <a:cs typeface="Lucida Sans Unicode"/>
              </a:rPr>
              <a:t>Евгеньевич </a:t>
            </a:r>
            <a:r>
              <a:rPr sz="2400" spc="-745" dirty="0">
                <a:latin typeface="+mj-lt"/>
                <a:cs typeface="Lucida Sans Unicode"/>
              </a:rPr>
              <a:t> </a:t>
            </a:r>
            <a:r>
              <a:rPr sz="2400" spc="-10" dirty="0">
                <a:latin typeface="+mj-lt"/>
                <a:cs typeface="Lucida Sans Unicode"/>
              </a:rPr>
              <a:t>Руководитель:</a:t>
            </a:r>
            <a:r>
              <a:rPr sz="2400" spc="-125" dirty="0">
                <a:latin typeface="+mj-lt"/>
                <a:cs typeface="Lucida Sans Unicode"/>
              </a:rPr>
              <a:t> </a:t>
            </a:r>
            <a:r>
              <a:rPr sz="2400" dirty="0">
                <a:latin typeface="+mj-lt"/>
                <a:cs typeface="Lucida Sans Unicode"/>
              </a:rPr>
              <a:t>Пожидаев</a:t>
            </a:r>
            <a:r>
              <a:rPr sz="2400" spc="-120" dirty="0">
                <a:latin typeface="+mj-lt"/>
                <a:cs typeface="Lucida Sans Unicode"/>
              </a:rPr>
              <a:t> </a:t>
            </a:r>
            <a:r>
              <a:rPr sz="2400" spc="-5" dirty="0">
                <a:latin typeface="+mj-lt"/>
                <a:cs typeface="Lucida Sans Unicode"/>
              </a:rPr>
              <a:t>Михаил</a:t>
            </a:r>
            <a:r>
              <a:rPr sz="2400" spc="-120" dirty="0">
                <a:latin typeface="+mj-lt"/>
                <a:cs typeface="Lucida Sans Unicode"/>
              </a:rPr>
              <a:t> </a:t>
            </a:r>
            <a:r>
              <a:rPr sz="2400" spc="10" dirty="0">
                <a:latin typeface="+mj-lt"/>
                <a:cs typeface="Lucida Sans Unicode"/>
              </a:rPr>
              <a:t>Сергеевич</a:t>
            </a:r>
            <a:endParaRPr sz="2400" dirty="0">
              <a:latin typeface="+mj-lt"/>
              <a:cs typeface="Lucida Sans Unicod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4A0C7-AC21-496A-BB0C-B97B417D86E3}"/>
              </a:ext>
            </a:extLst>
          </p:cNvPr>
          <p:cNvSpPr txBox="1"/>
          <p:nvPr/>
        </p:nvSpPr>
        <p:spPr>
          <a:xfrm>
            <a:off x="4152899" y="582227"/>
            <a:ext cx="998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+mj-lt"/>
                <a:cs typeface="Lucida Sans Unicode"/>
              </a:rPr>
              <a:t>Министерство</a:t>
            </a:r>
            <a:r>
              <a:rPr lang="ru-RU" sz="2400" spc="-110" dirty="0">
                <a:latin typeface="+mj-lt"/>
                <a:cs typeface="Lucida Sans Unicode"/>
              </a:rPr>
              <a:t> </a:t>
            </a:r>
            <a:r>
              <a:rPr lang="ru-RU" sz="2400" spc="5" dirty="0">
                <a:latin typeface="+mj-lt"/>
                <a:cs typeface="Lucida Sans Unicode"/>
              </a:rPr>
              <a:t>науки</a:t>
            </a:r>
            <a:r>
              <a:rPr lang="ru-RU" sz="2400" spc="-110" dirty="0">
                <a:latin typeface="+mj-lt"/>
                <a:cs typeface="Lucida Sans Unicode"/>
              </a:rPr>
              <a:t> </a:t>
            </a:r>
            <a:r>
              <a:rPr lang="ru-RU" sz="2400" spc="35" dirty="0">
                <a:latin typeface="+mj-lt"/>
                <a:cs typeface="Lucida Sans Unicode"/>
              </a:rPr>
              <a:t>и</a:t>
            </a:r>
            <a:r>
              <a:rPr lang="ru-RU" sz="2400" spc="-110" dirty="0">
                <a:latin typeface="+mj-lt"/>
                <a:cs typeface="Lucida Sans Unicode"/>
              </a:rPr>
              <a:t> </a:t>
            </a:r>
            <a:r>
              <a:rPr lang="ru-RU" sz="2400" spc="20" dirty="0">
                <a:latin typeface="+mj-lt"/>
                <a:cs typeface="Lucida Sans Unicode"/>
              </a:rPr>
              <a:t>высшего</a:t>
            </a:r>
            <a:r>
              <a:rPr lang="ru-RU" sz="2400" spc="-110" dirty="0">
                <a:latin typeface="+mj-lt"/>
                <a:cs typeface="Lucida Sans Unicode"/>
              </a:rPr>
              <a:t> </a:t>
            </a:r>
            <a:r>
              <a:rPr lang="ru-RU" sz="2400" spc="25" dirty="0">
                <a:latin typeface="+mj-lt"/>
                <a:cs typeface="Lucida Sans Unicode"/>
              </a:rPr>
              <a:t>образования</a:t>
            </a:r>
            <a:r>
              <a:rPr lang="ru-RU" sz="2400" spc="-110" dirty="0">
                <a:latin typeface="+mj-lt"/>
                <a:cs typeface="Lucida Sans Unicode"/>
              </a:rPr>
              <a:t> </a:t>
            </a:r>
            <a:r>
              <a:rPr lang="ru-RU" sz="2400" spc="-10" dirty="0">
                <a:latin typeface="+mj-lt"/>
                <a:cs typeface="Lucida Sans Unicode"/>
              </a:rPr>
              <a:t>Российской</a:t>
            </a:r>
            <a:r>
              <a:rPr lang="ru-RU" sz="2400" spc="-110" dirty="0">
                <a:latin typeface="+mj-lt"/>
                <a:cs typeface="Lucida Sans Unicode"/>
              </a:rPr>
              <a:t> </a:t>
            </a:r>
            <a:r>
              <a:rPr lang="ru-RU" sz="2400" spc="5" dirty="0">
                <a:latin typeface="+mj-lt"/>
                <a:cs typeface="Lucida Sans Unicode"/>
              </a:rPr>
              <a:t>Федерации </a:t>
            </a:r>
            <a:r>
              <a:rPr lang="ru-RU" sz="2400" spc="-745" dirty="0">
                <a:latin typeface="+mj-lt"/>
                <a:cs typeface="Lucida Sans Unicode"/>
              </a:rPr>
              <a:t> </a:t>
            </a:r>
            <a:r>
              <a:rPr lang="ru-RU" sz="2400" spc="15" dirty="0">
                <a:latin typeface="+mj-lt"/>
                <a:cs typeface="Lucida Sans Unicode"/>
              </a:rPr>
              <a:t>НАЦИОНАЛЬНЫЙ</a:t>
            </a:r>
            <a:r>
              <a:rPr lang="ru-RU" sz="2400" spc="-125" dirty="0">
                <a:latin typeface="+mj-lt"/>
                <a:cs typeface="Lucida Sans Unicode"/>
              </a:rPr>
              <a:t> </a:t>
            </a:r>
            <a:r>
              <a:rPr lang="ru-RU" sz="2400" spc="-15" dirty="0">
                <a:latin typeface="+mj-lt"/>
                <a:cs typeface="Lucida Sans Unicode"/>
              </a:rPr>
              <a:t>ИССЛЕДОВАТЕЛЬСКИЙ</a:t>
            </a:r>
            <a:r>
              <a:rPr lang="ru-RU" sz="2400" spc="-120" dirty="0">
                <a:latin typeface="+mj-lt"/>
                <a:cs typeface="Lucida Sans Unicode"/>
              </a:rPr>
              <a:t> </a:t>
            </a:r>
            <a:r>
              <a:rPr lang="ru-RU" sz="2400" spc="-5" dirty="0">
                <a:latin typeface="+mj-lt"/>
                <a:cs typeface="Lucida Sans Unicode"/>
              </a:rPr>
              <a:t>ТОМСКИЙ</a:t>
            </a:r>
            <a:br>
              <a:rPr lang="ru-RU" sz="2400" spc="-5" dirty="0">
                <a:latin typeface="+mj-lt"/>
                <a:cs typeface="Lucida Sans Unicode"/>
              </a:rPr>
            </a:br>
            <a:r>
              <a:rPr lang="ru-RU" sz="2400" spc="-15" dirty="0">
                <a:latin typeface="+mj-lt"/>
                <a:cs typeface="Lucida Sans Unicode"/>
              </a:rPr>
              <a:t>ГОСУДАРСТВЕННЫЙ</a:t>
            </a:r>
            <a:r>
              <a:rPr lang="ru-RU" sz="2400" spc="-130" dirty="0">
                <a:latin typeface="+mj-lt"/>
                <a:cs typeface="Lucida Sans Unicode"/>
              </a:rPr>
              <a:t> </a:t>
            </a:r>
            <a:r>
              <a:rPr lang="ru-RU" sz="2400" spc="-5" dirty="0">
                <a:latin typeface="+mj-lt"/>
                <a:cs typeface="Lucida Sans Unicode"/>
              </a:rPr>
              <a:t>УНИВЕРСИТЕТ</a:t>
            </a:r>
            <a:r>
              <a:rPr lang="ru-RU" sz="2400" spc="-125" dirty="0">
                <a:latin typeface="+mj-lt"/>
                <a:cs typeface="Lucida Sans Unicode"/>
              </a:rPr>
              <a:t> </a:t>
            </a:r>
            <a:r>
              <a:rPr lang="ru-RU" sz="2400" spc="125" dirty="0">
                <a:latin typeface="+mj-lt"/>
                <a:cs typeface="Lucida Sans Unicode"/>
              </a:rPr>
              <a:t>(НИ</a:t>
            </a:r>
            <a:r>
              <a:rPr lang="ru-RU" sz="2400" spc="-125" dirty="0">
                <a:latin typeface="+mj-lt"/>
                <a:cs typeface="Lucida Sans Unicode"/>
              </a:rPr>
              <a:t> </a:t>
            </a:r>
            <a:r>
              <a:rPr lang="ru-RU" sz="2400" spc="25" dirty="0">
                <a:latin typeface="+mj-lt"/>
                <a:cs typeface="Lucida Sans Unicode"/>
              </a:rPr>
              <a:t>ТГУ)</a:t>
            </a:r>
            <a:br>
              <a:rPr lang="ru-RU" sz="2400" dirty="0">
                <a:latin typeface="+mj-lt"/>
                <a:cs typeface="Lucida Sans Unicode"/>
              </a:rPr>
            </a:br>
            <a:r>
              <a:rPr lang="ru-RU" sz="2400" spc="-15" dirty="0">
                <a:latin typeface="+mj-lt"/>
                <a:cs typeface="Lucida Sans Unicode"/>
              </a:rPr>
              <a:t>Институт</a:t>
            </a:r>
            <a:r>
              <a:rPr lang="ru-RU" sz="2400" spc="-125" dirty="0">
                <a:latin typeface="+mj-lt"/>
                <a:cs typeface="Lucida Sans Unicode"/>
              </a:rPr>
              <a:t> </a:t>
            </a:r>
            <a:r>
              <a:rPr lang="ru-RU" sz="2400" spc="-20" dirty="0">
                <a:latin typeface="+mj-lt"/>
                <a:cs typeface="Lucida Sans Unicode"/>
              </a:rPr>
              <a:t>прикладной</a:t>
            </a:r>
            <a:r>
              <a:rPr lang="ru-RU" sz="2400" spc="-125" dirty="0">
                <a:latin typeface="+mj-lt"/>
                <a:cs typeface="Lucida Sans Unicode"/>
              </a:rPr>
              <a:t> </a:t>
            </a:r>
            <a:r>
              <a:rPr lang="ru-RU" sz="2400" spc="10" dirty="0">
                <a:latin typeface="+mj-lt"/>
                <a:cs typeface="Lucida Sans Unicode"/>
              </a:rPr>
              <a:t>математики</a:t>
            </a:r>
            <a:r>
              <a:rPr lang="ru-RU" sz="2400" spc="-120" dirty="0">
                <a:latin typeface="+mj-lt"/>
                <a:cs typeface="Lucida Sans Unicode"/>
              </a:rPr>
              <a:t> </a:t>
            </a:r>
            <a:r>
              <a:rPr lang="ru-RU" sz="2400" spc="35" dirty="0">
                <a:latin typeface="+mj-lt"/>
                <a:cs typeface="Lucida Sans Unicode"/>
              </a:rPr>
              <a:t>и</a:t>
            </a:r>
            <a:r>
              <a:rPr lang="ru-RU" sz="2400" spc="-125" dirty="0">
                <a:latin typeface="+mj-lt"/>
                <a:cs typeface="Lucida Sans Unicode"/>
              </a:rPr>
              <a:t> </a:t>
            </a:r>
            <a:r>
              <a:rPr lang="ru-RU" sz="2400" spc="10" dirty="0">
                <a:latin typeface="+mj-lt"/>
                <a:cs typeface="Lucida Sans Unicode"/>
              </a:rPr>
              <a:t>компьютерных</a:t>
            </a:r>
            <a:r>
              <a:rPr lang="ru-RU" sz="2400" spc="-120" dirty="0">
                <a:latin typeface="+mj-lt"/>
                <a:cs typeface="Lucida Sans Unicode"/>
              </a:rPr>
              <a:t> </a:t>
            </a:r>
            <a:r>
              <a:rPr lang="ru-RU" sz="2400" spc="-5" dirty="0">
                <a:latin typeface="+mj-lt"/>
                <a:cs typeface="Lucida Sans Unicode"/>
              </a:rPr>
              <a:t>наук</a:t>
            </a:r>
            <a:endParaRPr lang="ru-RU" sz="24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09600" y="3429000"/>
            <a:ext cx="12649200" cy="513473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lang="ru-RU" sz="9600" spc="705" dirty="0">
                <a:latin typeface="+mj-lt"/>
                <a:cs typeface="Lucida Sans Unicode"/>
              </a:rPr>
              <a:t>З</a:t>
            </a:r>
            <a:r>
              <a:rPr lang="ru-RU" sz="9600" spc="705" dirty="0">
                <a:solidFill>
                  <a:schemeClr val="tx1"/>
                </a:solidFill>
                <a:latin typeface="+mj-lt"/>
                <a:cs typeface="Lucida Sans Unicode"/>
              </a:rPr>
              <a:t>адачи</a:t>
            </a:r>
            <a:endParaRPr lang="ru-RU" sz="2400" spc="65" dirty="0">
              <a:solidFill>
                <a:srgbClr val="9D6B53"/>
              </a:solidFill>
              <a:latin typeface="+mj-lt"/>
              <a:cs typeface="Lucida Sans Unicode"/>
            </a:endParaRPr>
          </a:p>
          <a:p>
            <a:pPr marL="355600" indent="-342900" algn="just">
              <a:lnSpc>
                <a:spcPct val="100000"/>
              </a:lnSpc>
              <a:spcBef>
                <a:spcPts val="1195"/>
              </a:spcBef>
              <a:buFont typeface="Arial" panose="020B0604020202020204" pitchFamily="34" charset="0"/>
              <a:buChar char="•"/>
            </a:pPr>
            <a:r>
              <a:rPr lang="ru-RU" sz="2800" dirty="0">
                <a:latin typeface="+mj-lt"/>
              </a:rPr>
              <a:t>Изучить</a:t>
            </a:r>
            <a:r>
              <a:rPr sz="2800" dirty="0">
                <a:latin typeface="+mj-lt"/>
              </a:rPr>
              <a:t> потребности детей с разной нозологией</a:t>
            </a:r>
          </a:p>
          <a:p>
            <a:pPr marL="355600" marR="5080" indent="-342900" algn="just">
              <a:lnSpc>
                <a:spcPct val="138000"/>
              </a:lnSpc>
              <a:buFont typeface="Arial" panose="020B0604020202020204" pitchFamily="34" charset="0"/>
              <a:buChar char="•"/>
            </a:pPr>
            <a:r>
              <a:rPr sz="2800" dirty="0">
                <a:latin typeface="+mj-lt"/>
              </a:rPr>
              <a:t>Определить необходимый функционал для </a:t>
            </a:r>
            <a:r>
              <a:rPr sz="2800" dirty="0" err="1">
                <a:latin typeface="+mj-lt"/>
              </a:rPr>
              <a:t>разрабатываемого</a:t>
            </a:r>
            <a:r>
              <a:rPr sz="2800" dirty="0">
                <a:latin typeface="+mj-lt"/>
              </a:rPr>
              <a:t> </a:t>
            </a:r>
            <a:r>
              <a:rPr sz="2800" dirty="0" err="1">
                <a:latin typeface="+mj-lt"/>
              </a:rPr>
              <a:t>приложения</a:t>
            </a:r>
            <a:endParaRPr lang="ru-RU" sz="2800" dirty="0">
              <a:latin typeface="+mj-lt"/>
            </a:endParaRPr>
          </a:p>
          <a:p>
            <a:pPr marL="355600" marR="5080" indent="-342900" algn="just">
              <a:lnSpc>
                <a:spcPct val="138000"/>
              </a:lnSpc>
              <a:buFont typeface="Arial" panose="020B0604020202020204" pitchFamily="34" charset="0"/>
              <a:buChar char="•"/>
            </a:pPr>
            <a:r>
              <a:rPr sz="2800" dirty="0" err="1">
                <a:latin typeface="+mj-lt"/>
              </a:rPr>
              <a:t>Провести</a:t>
            </a:r>
            <a:r>
              <a:rPr sz="2800" dirty="0">
                <a:latin typeface="+mj-lt"/>
              </a:rPr>
              <a:t> обзор аналогов и выделить особенности </a:t>
            </a:r>
            <a:r>
              <a:rPr sz="2800" dirty="0" err="1">
                <a:latin typeface="+mj-lt"/>
              </a:rPr>
              <a:t>создаваемого</a:t>
            </a:r>
            <a:r>
              <a:rPr sz="2800" dirty="0">
                <a:latin typeface="+mj-lt"/>
              </a:rPr>
              <a:t> </a:t>
            </a:r>
            <a:r>
              <a:rPr sz="2800" dirty="0" err="1">
                <a:latin typeface="+mj-lt"/>
              </a:rPr>
              <a:t>приложения</a:t>
            </a:r>
            <a:endParaRPr lang="ru-RU" sz="2800" dirty="0">
              <a:latin typeface="+mj-lt"/>
            </a:endParaRPr>
          </a:p>
          <a:p>
            <a:pPr marL="355600" marR="5080" indent="-342900" algn="just">
              <a:lnSpc>
                <a:spcPct val="138000"/>
              </a:lnSpc>
              <a:buFont typeface="Arial" panose="020B0604020202020204" pitchFamily="34" charset="0"/>
              <a:buChar char="•"/>
            </a:pPr>
            <a:r>
              <a:rPr sz="2800" dirty="0" err="1">
                <a:latin typeface="+mj-lt"/>
              </a:rPr>
              <a:t>Выбрать</a:t>
            </a:r>
            <a:r>
              <a:rPr sz="2800" dirty="0">
                <a:latin typeface="+mj-lt"/>
              </a:rPr>
              <a:t> инструменты для реализации</a:t>
            </a:r>
          </a:p>
          <a:p>
            <a:pPr marL="355600" marR="3983990" indent="-342900" algn="just">
              <a:lnSpc>
                <a:spcPct val="138000"/>
              </a:lnSpc>
              <a:buFont typeface="Arial" panose="020B0604020202020204" pitchFamily="34" charset="0"/>
              <a:buChar char="•"/>
            </a:pPr>
            <a:r>
              <a:rPr sz="2800" dirty="0">
                <a:latin typeface="+mj-lt"/>
              </a:rPr>
              <a:t>Спроектировать </a:t>
            </a:r>
            <a:r>
              <a:rPr sz="2800" dirty="0" err="1">
                <a:latin typeface="+mj-lt"/>
              </a:rPr>
              <a:t>интерфейс</a:t>
            </a:r>
            <a:r>
              <a:rPr sz="2800" dirty="0">
                <a:latin typeface="+mj-lt"/>
              </a:rPr>
              <a:t> </a:t>
            </a:r>
            <a:r>
              <a:rPr sz="2800" dirty="0" err="1">
                <a:latin typeface="+mj-lt"/>
              </a:rPr>
              <a:t>приложения</a:t>
            </a:r>
            <a:endParaRPr lang="ru-RU" sz="2800" dirty="0">
              <a:latin typeface="+mj-lt"/>
            </a:endParaRPr>
          </a:p>
          <a:p>
            <a:pPr marL="355600" marR="3983990" indent="-342900" algn="just">
              <a:lnSpc>
                <a:spcPct val="138000"/>
              </a:lnSpc>
              <a:buFont typeface="Arial" panose="020B0604020202020204" pitchFamily="34" charset="0"/>
              <a:buChar char="•"/>
            </a:pPr>
            <a:r>
              <a:rPr sz="2800" dirty="0" err="1">
                <a:latin typeface="+mj-lt"/>
              </a:rPr>
              <a:t>Реализовать</a:t>
            </a:r>
            <a:r>
              <a:rPr lang="ru-RU" sz="2800" dirty="0">
                <a:latin typeface="+mj-lt"/>
              </a:rPr>
              <a:t> </a:t>
            </a:r>
            <a:r>
              <a:rPr sz="2800" dirty="0" err="1">
                <a:latin typeface="+mj-lt"/>
              </a:rPr>
              <a:t>мобильное</a:t>
            </a:r>
            <a:r>
              <a:rPr sz="2800" dirty="0">
                <a:latin typeface="+mj-lt"/>
              </a:rPr>
              <a:t> приложение и веб-версию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09600" y="723900"/>
            <a:ext cx="11582400" cy="2721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ru-RU" sz="9600" spc="855" dirty="0">
                <a:solidFill>
                  <a:schemeClr val="tx1"/>
                </a:solidFill>
                <a:latin typeface="+mj-lt"/>
                <a:cs typeface="Lucida Sans Unicode"/>
              </a:rPr>
              <a:t>Цель</a:t>
            </a:r>
            <a:br>
              <a:rPr lang="ru-RU" sz="9600" dirty="0">
                <a:solidFill>
                  <a:schemeClr val="tx1"/>
                </a:solidFill>
                <a:latin typeface="+mj-lt"/>
                <a:cs typeface="Lucida Sans Unicode"/>
              </a:rPr>
            </a:br>
            <a:r>
              <a:rPr lang="ru-RU" sz="4000" spc="10" dirty="0">
                <a:solidFill>
                  <a:schemeClr val="tx1"/>
                </a:solidFill>
                <a:latin typeface="+mj-lt"/>
                <a:cs typeface="Lucida Sans Unicode"/>
              </a:rPr>
              <a:t>Р</a:t>
            </a:r>
            <a:r>
              <a:rPr sz="4000" spc="10" dirty="0" err="1">
                <a:solidFill>
                  <a:schemeClr val="tx1"/>
                </a:solidFill>
                <a:latin typeface="+mj-lt"/>
                <a:cs typeface="Lucida Sans Unicode"/>
              </a:rPr>
              <a:t>азработать</a:t>
            </a:r>
            <a:r>
              <a:rPr sz="4000" spc="-160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4000" spc="-30" dirty="0">
                <a:solidFill>
                  <a:schemeClr val="tx1"/>
                </a:solidFill>
                <a:latin typeface="+mj-lt"/>
                <a:cs typeface="Lucida Sans Unicode"/>
              </a:rPr>
              <a:t>прототип</a:t>
            </a:r>
            <a:r>
              <a:rPr sz="4000" spc="-160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4000" spc="5" dirty="0">
                <a:solidFill>
                  <a:schemeClr val="tx1"/>
                </a:solidFill>
                <a:latin typeface="+mj-lt"/>
                <a:cs typeface="Lucida Sans Unicode"/>
              </a:rPr>
              <a:t>мобильного</a:t>
            </a:r>
            <a:r>
              <a:rPr sz="4000" spc="-155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4000" spc="20" dirty="0" err="1">
                <a:solidFill>
                  <a:schemeClr val="tx1"/>
                </a:solidFill>
                <a:latin typeface="+mj-lt"/>
                <a:cs typeface="Lucida Sans Unicode"/>
              </a:rPr>
              <a:t>приложения</a:t>
            </a:r>
            <a:r>
              <a:rPr sz="4000" spc="-160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4000" spc="-60" dirty="0" err="1">
                <a:solidFill>
                  <a:schemeClr val="tx1"/>
                </a:solidFill>
                <a:latin typeface="+mj-lt"/>
                <a:cs typeface="Lucida Sans Unicode"/>
              </a:rPr>
              <a:t>для</a:t>
            </a:r>
            <a:r>
              <a:rPr lang="ru-RU" sz="4000" spc="-60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4000" spc="-35" dirty="0" err="1">
                <a:solidFill>
                  <a:schemeClr val="tx1"/>
                </a:solidFill>
                <a:latin typeface="+mj-lt"/>
                <a:cs typeface="Lucida Sans Unicode"/>
              </a:rPr>
              <a:t>о</a:t>
            </a:r>
            <a:r>
              <a:rPr sz="4000" dirty="0" err="1">
                <a:solidFill>
                  <a:schemeClr val="tx1"/>
                </a:solidFill>
                <a:latin typeface="+mj-lt"/>
                <a:cs typeface="Lucida Sans Unicode"/>
              </a:rPr>
              <a:t>б</a:t>
            </a:r>
            <a:r>
              <a:rPr sz="4000" spc="55" dirty="0" err="1">
                <a:solidFill>
                  <a:schemeClr val="tx1"/>
                </a:solidFill>
                <a:latin typeface="+mj-lt"/>
                <a:cs typeface="Lucida Sans Unicode"/>
              </a:rPr>
              <a:t>щ</a:t>
            </a:r>
            <a:r>
              <a:rPr sz="4000" spc="15" dirty="0" err="1">
                <a:solidFill>
                  <a:schemeClr val="tx1"/>
                </a:solidFill>
                <a:latin typeface="+mj-lt"/>
                <a:cs typeface="Lucida Sans Unicode"/>
              </a:rPr>
              <a:t>е</a:t>
            </a:r>
            <a:r>
              <a:rPr sz="4000" spc="25" dirty="0" err="1">
                <a:solidFill>
                  <a:schemeClr val="tx1"/>
                </a:solidFill>
                <a:latin typeface="+mj-lt"/>
                <a:cs typeface="Lucida Sans Unicode"/>
              </a:rPr>
              <a:t>н</a:t>
            </a:r>
            <a:r>
              <a:rPr sz="4000" spc="45" dirty="0" err="1">
                <a:solidFill>
                  <a:schemeClr val="tx1"/>
                </a:solidFill>
                <a:latin typeface="+mj-lt"/>
                <a:cs typeface="Lucida Sans Unicode"/>
              </a:rPr>
              <a:t>и</a:t>
            </a:r>
            <a:r>
              <a:rPr sz="4000" spc="150" dirty="0" err="1">
                <a:solidFill>
                  <a:schemeClr val="tx1"/>
                </a:solidFill>
                <a:latin typeface="+mj-lt"/>
                <a:cs typeface="Lucida Sans Unicode"/>
              </a:rPr>
              <a:t>я</a:t>
            </a:r>
            <a:r>
              <a:rPr sz="4000" spc="-155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4000" spc="-290" dirty="0">
                <a:solidFill>
                  <a:schemeClr val="tx1"/>
                </a:solidFill>
                <a:latin typeface="+mj-lt"/>
                <a:cs typeface="Lucida Sans Unicode"/>
              </a:rPr>
              <a:t>д</a:t>
            </a:r>
            <a:r>
              <a:rPr sz="4000" spc="15" dirty="0">
                <a:solidFill>
                  <a:schemeClr val="tx1"/>
                </a:solidFill>
                <a:latin typeface="+mj-lt"/>
                <a:cs typeface="Lucida Sans Unicode"/>
              </a:rPr>
              <a:t>е</a:t>
            </a:r>
            <a:r>
              <a:rPr sz="4000" spc="-65" dirty="0">
                <a:solidFill>
                  <a:schemeClr val="tx1"/>
                </a:solidFill>
                <a:latin typeface="+mj-lt"/>
                <a:cs typeface="Lucida Sans Unicode"/>
              </a:rPr>
              <a:t>т</a:t>
            </a:r>
            <a:r>
              <a:rPr sz="4000" spc="15" dirty="0">
                <a:solidFill>
                  <a:schemeClr val="tx1"/>
                </a:solidFill>
                <a:latin typeface="+mj-lt"/>
                <a:cs typeface="Lucida Sans Unicode"/>
              </a:rPr>
              <a:t>е</a:t>
            </a:r>
            <a:r>
              <a:rPr sz="4000" spc="50" dirty="0">
                <a:solidFill>
                  <a:schemeClr val="tx1"/>
                </a:solidFill>
                <a:latin typeface="+mj-lt"/>
                <a:cs typeface="Lucida Sans Unicode"/>
              </a:rPr>
              <a:t>й</a:t>
            </a:r>
            <a:r>
              <a:rPr sz="4000" spc="-155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4000" spc="-100" dirty="0">
                <a:solidFill>
                  <a:schemeClr val="tx1"/>
                </a:solidFill>
                <a:latin typeface="+mj-lt"/>
                <a:cs typeface="Lucida Sans Unicode"/>
              </a:rPr>
              <a:t>с</a:t>
            </a:r>
            <a:r>
              <a:rPr sz="4000" spc="-155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4000" spc="5" dirty="0">
                <a:solidFill>
                  <a:schemeClr val="tx1"/>
                </a:solidFill>
                <a:latin typeface="+mj-lt"/>
                <a:cs typeface="Lucida Sans Unicode"/>
              </a:rPr>
              <a:t>О</a:t>
            </a:r>
            <a:r>
              <a:rPr sz="4000" spc="225" dirty="0">
                <a:solidFill>
                  <a:schemeClr val="tx1"/>
                </a:solidFill>
                <a:latin typeface="+mj-lt"/>
                <a:cs typeface="Lucida Sans Unicode"/>
              </a:rPr>
              <a:t>В</a:t>
            </a:r>
            <a:r>
              <a:rPr sz="4000" spc="145" dirty="0">
                <a:solidFill>
                  <a:schemeClr val="tx1"/>
                </a:solidFill>
                <a:latin typeface="+mj-lt"/>
                <a:cs typeface="Lucida Sans Unicode"/>
              </a:rPr>
              <a:t>З</a:t>
            </a:r>
            <a:r>
              <a:rPr sz="4000" spc="-155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4000" spc="50" dirty="0">
                <a:solidFill>
                  <a:schemeClr val="tx1"/>
                </a:solidFill>
                <a:latin typeface="+mj-lt"/>
                <a:cs typeface="Lucida Sans Unicode"/>
              </a:rPr>
              <a:t>и</a:t>
            </a:r>
            <a:r>
              <a:rPr sz="4000" spc="-155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4000" spc="-105" dirty="0">
                <a:solidFill>
                  <a:schemeClr val="tx1"/>
                </a:solidFill>
                <a:latin typeface="+mj-lt"/>
                <a:cs typeface="Lucida Sans Unicode"/>
              </a:rPr>
              <a:t>с</a:t>
            </a:r>
            <a:r>
              <a:rPr sz="4000" spc="-35" dirty="0">
                <a:solidFill>
                  <a:schemeClr val="tx1"/>
                </a:solidFill>
                <a:latin typeface="+mj-lt"/>
                <a:cs typeface="Lucida Sans Unicode"/>
              </a:rPr>
              <a:t>о</a:t>
            </a:r>
            <a:r>
              <a:rPr sz="4000" spc="20" dirty="0">
                <a:solidFill>
                  <a:schemeClr val="tx1"/>
                </a:solidFill>
                <a:latin typeface="+mj-lt"/>
                <a:cs typeface="Lucida Sans Unicode"/>
              </a:rPr>
              <a:t>з</a:t>
            </a:r>
            <a:r>
              <a:rPr sz="4000" spc="-290" dirty="0">
                <a:solidFill>
                  <a:schemeClr val="tx1"/>
                </a:solidFill>
                <a:latin typeface="+mj-lt"/>
                <a:cs typeface="Lucida Sans Unicode"/>
              </a:rPr>
              <a:t>д</a:t>
            </a:r>
            <a:r>
              <a:rPr sz="4000" spc="20" dirty="0">
                <a:solidFill>
                  <a:schemeClr val="tx1"/>
                </a:solidFill>
                <a:latin typeface="+mj-lt"/>
                <a:cs typeface="Lucida Sans Unicode"/>
              </a:rPr>
              <a:t>а</a:t>
            </a:r>
            <a:r>
              <a:rPr sz="4000" spc="-65" dirty="0">
                <a:solidFill>
                  <a:schemeClr val="tx1"/>
                </a:solidFill>
                <a:latin typeface="+mj-lt"/>
                <a:cs typeface="Lucida Sans Unicode"/>
              </a:rPr>
              <a:t>т</a:t>
            </a:r>
            <a:r>
              <a:rPr sz="4000" spc="270" dirty="0">
                <a:solidFill>
                  <a:schemeClr val="tx1"/>
                </a:solidFill>
                <a:latin typeface="+mj-lt"/>
                <a:cs typeface="Lucida Sans Unicode"/>
              </a:rPr>
              <a:t>ь</a:t>
            </a:r>
            <a:r>
              <a:rPr sz="4000" spc="-155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4000" spc="15" dirty="0">
                <a:solidFill>
                  <a:schemeClr val="tx1"/>
                </a:solidFill>
                <a:latin typeface="+mj-lt"/>
                <a:cs typeface="Lucida Sans Unicode"/>
              </a:rPr>
              <a:t>е</a:t>
            </a:r>
            <a:r>
              <a:rPr sz="4000" spc="-195" dirty="0">
                <a:solidFill>
                  <a:schemeClr val="tx1"/>
                </a:solidFill>
                <a:latin typeface="+mj-lt"/>
                <a:cs typeface="Lucida Sans Unicode"/>
              </a:rPr>
              <a:t>г</a:t>
            </a:r>
            <a:r>
              <a:rPr sz="4000" spc="-30" dirty="0">
                <a:solidFill>
                  <a:schemeClr val="tx1"/>
                </a:solidFill>
                <a:latin typeface="+mj-lt"/>
                <a:cs typeface="Lucida Sans Unicode"/>
              </a:rPr>
              <a:t>о</a:t>
            </a:r>
            <a:r>
              <a:rPr sz="4000" spc="-155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4000" spc="150" dirty="0">
                <a:solidFill>
                  <a:schemeClr val="tx1"/>
                </a:solidFill>
                <a:latin typeface="+mj-lt"/>
                <a:cs typeface="Lucida Sans Unicode"/>
              </a:rPr>
              <a:t>в</a:t>
            </a:r>
            <a:r>
              <a:rPr sz="4000" spc="15" dirty="0">
                <a:solidFill>
                  <a:schemeClr val="tx1"/>
                </a:solidFill>
                <a:latin typeface="+mj-lt"/>
                <a:cs typeface="Lucida Sans Unicode"/>
              </a:rPr>
              <a:t>е</a:t>
            </a:r>
            <a:r>
              <a:rPr sz="4000" dirty="0">
                <a:solidFill>
                  <a:schemeClr val="tx1"/>
                </a:solidFill>
                <a:latin typeface="+mj-lt"/>
                <a:cs typeface="Lucida Sans Unicode"/>
              </a:rPr>
              <a:t>б</a:t>
            </a:r>
            <a:r>
              <a:rPr sz="4000" spc="-95" dirty="0">
                <a:solidFill>
                  <a:schemeClr val="tx1"/>
                </a:solidFill>
                <a:latin typeface="+mj-lt"/>
                <a:cs typeface="Lucida Sans Unicode"/>
              </a:rPr>
              <a:t>-</a:t>
            </a:r>
            <a:r>
              <a:rPr sz="4000" spc="150" dirty="0">
                <a:solidFill>
                  <a:schemeClr val="tx1"/>
                </a:solidFill>
                <a:latin typeface="+mj-lt"/>
                <a:cs typeface="Lucida Sans Unicode"/>
              </a:rPr>
              <a:t>в</a:t>
            </a:r>
            <a:r>
              <a:rPr sz="4000" spc="15" dirty="0">
                <a:solidFill>
                  <a:schemeClr val="tx1"/>
                </a:solidFill>
                <a:latin typeface="+mj-lt"/>
                <a:cs typeface="Lucida Sans Unicode"/>
              </a:rPr>
              <a:t>е</a:t>
            </a:r>
            <a:r>
              <a:rPr sz="4000" spc="-50" dirty="0">
                <a:solidFill>
                  <a:schemeClr val="tx1"/>
                </a:solidFill>
                <a:latin typeface="+mj-lt"/>
                <a:cs typeface="Lucida Sans Unicode"/>
              </a:rPr>
              <a:t>р</a:t>
            </a:r>
            <a:r>
              <a:rPr sz="4000" spc="-105" dirty="0">
                <a:solidFill>
                  <a:schemeClr val="tx1"/>
                </a:solidFill>
                <a:latin typeface="+mj-lt"/>
                <a:cs typeface="Lucida Sans Unicode"/>
              </a:rPr>
              <a:t>с</a:t>
            </a:r>
            <a:r>
              <a:rPr sz="4000" spc="45" dirty="0">
                <a:solidFill>
                  <a:schemeClr val="tx1"/>
                </a:solidFill>
                <a:latin typeface="+mj-lt"/>
                <a:cs typeface="Lucida Sans Unicode"/>
              </a:rPr>
              <a:t>и</a:t>
            </a:r>
            <a:r>
              <a:rPr sz="4000" spc="65" dirty="0">
                <a:solidFill>
                  <a:schemeClr val="tx1"/>
                </a:solidFill>
                <a:latin typeface="+mj-lt"/>
                <a:cs typeface="Lucida Sans Unicode"/>
              </a:rPr>
              <a:t>ю</a:t>
            </a:r>
            <a:endParaRPr sz="4000" dirty="0">
              <a:solidFill>
                <a:schemeClr val="tx1"/>
              </a:solidFill>
              <a:latin typeface="+mj-lt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16000" y="2476500"/>
            <a:ext cx="9710420" cy="677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19405" indent="-342900">
              <a:lnSpc>
                <a:spcPct val="1145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000" spc="75" dirty="0">
                <a:latin typeface="+mj-lt"/>
                <a:cs typeface="Lucida Sans Unicode"/>
              </a:rPr>
              <a:t>PECS </a:t>
            </a:r>
            <a:r>
              <a:rPr sz="3000" spc="-110" dirty="0">
                <a:latin typeface="+mj-lt"/>
                <a:cs typeface="Lucida Sans Unicode"/>
              </a:rPr>
              <a:t>IV+ </a:t>
            </a:r>
            <a:r>
              <a:rPr sz="3000" spc="-70" dirty="0">
                <a:latin typeface="+mj-lt"/>
                <a:cs typeface="Lucida Sans Unicode"/>
              </a:rPr>
              <a:t>- </a:t>
            </a:r>
            <a:r>
              <a:rPr sz="3000" spc="15" dirty="0">
                <a:latin typeface="+mj-lt"/>
                <a:cs typeface="Lucida Sans Unicode"/>
              </a:rPr>
              <a:t>имеет </a:t>
            </a:r>
            <a:r>
              <a:rPr sz="3000" spc="-55" dirty="0">
                <a:latin typeface="+mj-lt"/>
                <a:cs typeface="Lucida Sans Unicode"/>
              </a:rPr>
              <a:t>дизайн, </a:t>
            </a:r>
            <a:r>
              <a:rPr sz="3000" spc="-10" dirty="0">
                <a:latin typeface="+mj-lt"/>
                <a:cs typeface="Lucida Sans Unicode"/>
              </a:rPr>
              <a:t>созданный </a:t>
            </a:r>
            <a:r>
              <a:rPr sz="3000" spc="20" dirty="0">
                <a:latin typeface="+mj-lt"/>
                <a:cs typeface="Lucida Sans Unicode"/>
              </a:rPr>
              <a:t>на </a:t>
            </a:r>
            <a:r>
              <a:rPr sz="3000" spc="5" dirty="0">
                <a:latin typeface="+mj-lt"/>
                <a:cs typeface="Lucida Sans Unicode"/>
              </a:rPr>
              <a:t>основе физической </a:t>
            </a:r>
            <a:r>
              <a:rPr sz="3000" spc="10" dirty="0">
                <a:latin typeface="+mj-lt"/>
                <a:cs typeface="Lucida Sans Unicode"/>
              </a:rPr>
              <a:t> </a:t>
            </a:r>
            <a:r>
              <a:rPr sz="3000" spc="5" dirty="0">
                <a:latin typeface="+mj-lt"/>
                <a:cs typeface="Lucida Sans Unicode"/>
              </a:rPr>
              <a:t>папки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-45" dirty="0">
                <a:latin typeface="+mj-lt"/>
                <a:cs typeface="Lucida Sans Unicode"/>
              </a:rPr>
              <a:t>для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5" dirty="0">
                <a:latin typeface="+mj-lt"/>
                <a:cs typeface="Lucida Sans Unicode"/>
              </a:rPr>
              <a:t>PECS.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-35" dirty="0">
                <a:latin typeface="+mj-lt"/>
                <a:cs typeface="Lucida Sans Unicode"/>
              </a:rPr>
              <a:t>Недостатки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-70" dirty="0">
                <a:latin typeface="+mj-lt"/>
                <a:cs typeface="Lucida Sans Unicode"/>
              </a:rPr>
              <a:t>-</a:t>
            </a:r>
            <a:r>
              <a:rPr sz="3000" spc="-114" dirty="0">
                <a:latin typeface="+mj-lt"/>
                <a:cs typeface="Lucida Sans Unicode"/>
              </a:rPr>
              <a:t> </a:t>
            </a:r>
            <a:r>
              <a:rPr sz="3000" spc="15" dirty="0">
                <a:latin typeface="+mj-lt"/>
                <a:cs typeface="Lucida Sans Unicode"/>
              </a:rPr>
              <a:t>реализовано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10" dirty="0">
                <a:latin typeface="+mj-lt"/>
                <a:cs typeface="Lucida Sans Unicode"/>
              </a:rPr>
              <a:t>только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-45" dirty="0">
                <a:latin typeface="+mj-lt"/>
                <a:cs typeface="Lucida Sans Unicode"/>
              </a:rPr>
              <a:t>для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-70" dirty="0">
                <a:latin typeface="+mj-lt"/>
                <a:cs typeface="Lucida Sans Unicode"/>
              </a:rPr>
              <a:t>ОС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-65" dirty="0">
                <a:latin typeface="+mj-lt"/>
                <a:cs typeface="Lucida Sans Unicode"/>
              </a:rPr>
              <a:t>iOS, </a:t>
            </a:r>
            <a:r>
              <a:rPr sz="3000" spc="-740" dirty="0">
                <a:latin typeface="+mj-lt"/>
                <a:cs typeface="Lucida Sans Unicode"/>
              </a:rPr>
              <a:t> </a:t>
            </a:r>
            <a:r>
              <a:rPr sz="3000" spc="35" dirty="0">
                <a:latin typeface="+mj-lt"/>
                <a:cs typeface="Lucida Sans Unicode"/>
              </a:rPr>
              <a:t>высокая</a:t>
            </a:r>
            <a:r>
              <a:rPr sz="3000" spc="-125" dirty="0">
                <a:latin typeface="+mj-lt"/>
                <a:cs typeface="Lucida Sans Unicode"/>
              </a:rPr>
              <a:t> </a:t>
            </a:r>
            <a:r>
              <a:rPr sz="3000" dirty="0">
                <a:latin typeface="+mj-lt"/>
                <a:cs typeface="Lucida Sans Unicode"/>
              </a:rPr>
              <a:t>стоимость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-5" dirty="0">
                <a:latin typeface="+mj-lt"/>
                <a:cs typeface="Lucida Sans Unicode"/>
              </a:rPr>
              <a:t>приложения.</a:t>
            </a:r>
            <a:endParaRPr sz="3000" dirty="0">
              <a:latin typeface="+mj-lt"/>
              <a:cs typeface="Lucida Sans Unicode"/>
            </a:endParaRPr>
          </a:p>
          <a:p>
            <a:pPr marL="342900" indent="-342900">
              <a:lnSpc>
                <a:spcPct val="100000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endParaRPr sz="3000" dirty="0">
              <a:latin typeface="+mj-lt"/>
              <a:cs typeface="Lucida Sans Unicode"/>
            </a:endParaRPr>
          </a:p>
          <a:p>
            <a:pPr marL="355600" marR="5080" indent="-342900">
              <a:lnSpc>
                <a:spcPct val="114599"/>
              </a:lnSpc>
              <a:buFont typeface="Arial" panose="020B0604020202020204" pitchFamily="34" charset="0"/>
              <a:buChar char="•"/>
              <a:tabLst>
                <a:tab pos="3385185" algn="l"/>
              </a:tabLst>
            </a:pPr>
            <a:r>
              <a:rPr sz="3000" spc="10" dirty="0">
                <a:latin typeface="+mj-lt"/>
                <a:cs typeface="Lucida Sans Unicode"/>
              </a:rPr>
              <a:t>МойКоммуникатор</a:t>
            </a:r>
            <a:r>
              <a:rPr sz="3000" spc="-110" dirty="0">
                <a:latin typeface="+mj-lt"/>
                <a:cs typeface="Lucida Sans Unicode"/>
              </a:rPr>
              <a:t> </a:t>
            </a:r>
            <a:r>
              <a:rPr sz="3000" spc="-70" dirty="0">
                <a:latin typeface="+mj-lt"/>
                <a:cs typeface="Lucida Sans Unicode"/>
              </a:rPr>
              <a:t>-	</a:t>
            </a:r>
            <a:r>
              <a:rPr sz="3000" spc="10" dirty="0">
                <a:latin typeface="+mj-lt"/>
                <a:cs typeface="Lucida Sans Unicode"/>
              </a:rPr>
              <a:t>приложение </a:t>
            </a:r>
            <a:r>
              <a:rPr sz="3000" spc="-40" dirty="0">
                <a:latin typeface="+mj-lt"/>
                <a:cs typeface="Lucida Sans Unicode"/>
              </a:rPr>
              <a:t>бесплатно, </a:t>
            </a:r>
            <a:r>
              <a:rPr sz="3000" spc="15" dirty="0">
                <a:latin typeface="+mj-lt"/>
                <a:cs typeface="Lucida Sans Unicode"/>
              </a:rPr>
              <a:t>реализовано </a:t>
            </a:r>
            <a:r>
              <a:rPr sz="3000" spc="-45" dirty="0">
                <a:latin typeface="+mj-lt"/>
                <a:cs typeface="Lucida Sans Unicode"/>
              </a:rPr>
              <a:t>для </a:t>
            </a:r>
            <a:r>
              <a:rPr sz="3000" spc="-745" dirty="0">
                <a:latin typeface="+mj-lt"/>
                <a:cs typeface="Lucida Sans Unicode"/>
              </a:rPr>
              <a:t> </a:t>
            </a:r>
            <a:r>
              <a:rPr sz="3000" spc="-70" dirty="0">
                <a:latin typeface="+mj-lt"/>
                <a:cs typeface="Lucida Sans Unicode"/>
              </a:rPr>
              <a:t>ОС </a:t>
            </a:r>
            <a:r>
              <a:rPr sz="3000" spc="10" dirty="0">
                <a:latin typeface="+mj-lt"/>
                <a:cs typeface="Lucida Sans Unicode"/>
              </a:rPr>
              <a:t>Android </a:t>
            </a:r>
            <a:r>
              <a:rPr sz="3000" spc="35" dirty="0">
                <a:latin typeface="+mj-lt"/>
                <a:cs typeface="Lucida Sans Unicode"/>
              </a:rPr>
              <a:t>и </a:t>
            </a:r>
            <a:r>
              <a:rPr sz="3000" spc="-60" dirty="0">
                <a:latin typeface="+mj-lt"/>
                <a:cs typeface="Lucida Sans Unicode"/>
              </a:rPr>
              <a:t>iOS. </a:t>
            </a:r>
            <a:r>
              <a:rPr sz="3000" spc="20" dirty="0">
                <a:latin typeface="+mj-lt"/>
                <a:cs typeface="Lucida Sans Unicode"/>
              </a:rPr>
              <a:t>Имеется </a:t>
            </a:r>
            <a:r>
              <a:rPr sz="3000" spc="5" dirty="0">
                <a:latin typeface="+mj-lt"/>
                <a:cs typeface="Lucida Sans Unicode"/>
              </a:rPr>
              <a:t>дополнительный </a:t>
            </a:r>
            <a:r>
              <a:rPr sz="3000" spc="40" dirty="0">
                <a:latin typeface="+mj-lt"/>
                <a:cs typeface="Lucida Sans Unicode"/>
              </a:rPr>
              <a:t>обучающий </a:t>
            </a:r>
            <a:r>
              <a:rPr sz="3000" spc="45" dirty="0">
                <a:latin typeface="+mj-lt"/>
                <a:cs typeface="Lucida Sans Unicode"/>
              </a:rPr>
              <a:t> </a:t>
            </a:r>
            <a:r>
              <a:rPr sz="3000" spc="-25" dirty="0">
                <a:latin typeface="+mj-lt"/>
                <a:cs typeface="Lucida Sans Unicode"/>
              </a:rPr>
              <a:t>ко</a:t>
            </a:r>
            <a:r>
              <a:rPr sz="3000" spc="25" dirty="0">
                <a:latin typeface="+mj-lt"/>
                <a:cs typeface="Lucida Sans Unicode"/>
              </a:rPr>
              <a:t>н</a:t>
            </a:r>
            <a:r>
              <a:rPr sz="3000" spc="-45" dirty="0">
                <a:latin typeface="+mj-lt"/>
                <a:cs typeface="Lucida Sans Unicode"/>
              </a:rPr>
              <a:t>т</a:t>
            </a:r>
            <a:r>
              <a:rPr sz="3000" spc="15" dirty="0">
                <a:latin typeface="+mj-lt"/>
                <a:cs typeface="Lucida Sans Unicode"/>
              </a:rPr>
              <a:t>е</a:t>
            </a:r>
            <a:r>
              <a:rPr sz="3000" spc="25" dirty="0">
                <a:latin typeface="+mj-lt"/>
                <a:cs typeface="Lucida Sans Unicode"/>
              </a:rPr>
              <a:t>н</a:t>
            </a:r>
            <a:r>
              <a:rPr sz="3000" spc="-45" dirty="0">
                <a:latin typeface="+mj-lt"/>
                <a:cs typeface="Lucida Sans Unicode"/>
              </a:rPr>
              <a:t>т</a:t>
            </a:r>
            <a:r>
              <a:rPr sz="3000" spc="-260" dirty="0">
                <a:latin typeface="+mj-lt"/>
                <a:cs typeface="Lucida Sans Unicode"/>
              </a:rPr>
              <a:t>.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10" dirty="0">
                <a:latin typeface="+mj-lt"/>
                <a:cs typeface="Lucida Sans Unicode"/>
              </a:rPr>
              <a:t>Н</a:t>
            </a:r>
            <a:r>
              <a:rPr sz="3000" spc="15" dirty="0">
                <a:latin typeface="+mj-lt"/>
                <a:cs typeface="Lucida Sans Unicode"/>
              </a:rPr>
              <a:t>е</a:t>
            </a:r>
            <a:r>
              <a:rPr sz="3000" spc="-220" dirty="0">
                <a:latin typeface="+mj-lt"/>
                <a:cs typeface="Lucida Sans Unicode"/>
              </a:rPr>
              <a:t>д</a:t>
            </a:r>
            <a:r>
              <a:rPr sz="3000" spc="-25" dirty="0">
                <a:latin typeface="+mj-lt"/>
                <a:cs typeface="Lucida Sans Unicode"/>
              </a:rPr>
              <a:t>о</a:t>
            </a:r>
            <a:r>
              <a:rPr sz="3000" spc="-80" dirty="0">
                <a:latin typeface="+mj-lt"/>
                <a:cs typeface="Lucida Sans Unicode"/>
              </a:rPr>
              <a:t>с</a:t>
            </a:r>
            <a:r>
              <a:rPr sz="3000" spc="-45" dirty="0">
                <a:latin typeface="+mj-lt"/>
                <a:cs typeface="Lucida Sans Unicode"/>
              </a:rPr>
              <a:t>т</a:t>
            </a:r>
            <a:r>
              <a:rPr sz="3000" spc="20" dirty="0">
                <a:latin typeface="+mj-lt"/>
                <a:cs typeface="Lucida Sans Unicode"/>
              </a:rPr>
              <a:t>а</a:t>
            </a:r>
            <a:r>
              <a:rPr sz="3000" spc="-45" dirty="0">
                <a:latin typeface="+mj-lt"/>
                <a:cs typeface="Lucida Sans Unicode"/>
              </a:rPr>
              <a:t>т</a:t>
            </a:r>
            <a:r>
              <a:rPr sz="3000" spc="-20" dirty="0">
                <a:latin typeface="+mj-lt"/>
                <a:cs typeface="Lucida Sans Unicode"/>
              </a:rPr>
              <a:t>к</a:t>
            </a:r>
            <a:r>
              <a:rPr sz="3000" spc="35" dirty="0">
                <a:latin typeface="+mj-lt"/>
                <a:cs typeface="Lucida Sans Unicode"/>
              </a:rPr>
              <a:t>и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-70" dirty="0">
                <a:latin typeface="+mj-lt"/>
                <a:cs typeface="Lucida Sans Unicode"/>
              </a:rPr>
              <a:t>-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25" dirty="0">
                <a:latin typeface="+mj-lt"/>
                <a:cs typeface="Lucida Sans Unicode"/>
              </a:rPr>
              <a:t>н</a:t>
            </a:r>
            <a:r>
              <a:rPr sz="3000" spc="15" dirty="0">
                <a:latin typeface="+mj-lt"/>
                <a:cs typeface="Lucida Sans Unicode"/>
              </a:rPr>
              <a:t>е</a:t>
            </a:r>
            <a:r>
              <a:rPr sz="3000" spc="-220" dirty="0">
                <a:latin typeface="+mj-lt"/>
                <a:cs typeface="Lucida Sans Unicode"/>
              </a:rPr>
              <a:t>д</a:t>
            </a:r>
            <a:r>
              <a:rPr sz="3000" spc="-25" dirty="0">
                <a:latin typeface="+mj-lt"/>
                <a:cs typeface="Lucida Sans Unicode"/>
              </a:rPr>
              <a:t>о</a:t>
            </a:r>
            <a:r>
              <a:rPr sz="3000" spc="-80" dirty="0">
                <a:latin typeface="+mj-lt"/>
                <a:cs typeface="Lucida Sans Unicode"/>
              </a:rPr>
              <a:t>с</a:t>
            </a:r>
            <a:r>
              <a:rPr sz="3000" spc="-45" dirty="0">
                <a:latin typeface="+mj-lt"/>
                <a:cs typeface="Lucida Sans Unicode"/>
              </a:rPr>
              <a:t>т</a:t>
            </a:r>
            <a:r>
              <a:rPr sz="3000" spc="20" dirty="0">
                <a:latin typeface="+mj-lt"/>
                <a:cs typeface="Lucida Sans Unicode"/>
              </a:rPr>
              <a:t>а</a:t>
            </a:r>
            <a:r>
              <a:rPr sz="3000" spc="-45" dirty="0">
                <a:latin typeface="+mj-lt"/>
                <a:cs typeface="Lucida Sans Unicode"/>
              </a:rPr>
              <a:t>т</a:t>
            </a:r>
            <a:r>
              <a:rPr sz="3000" spc="-25" dirty="0">
                <a:latin typeface="+mj-lt"/>
                <a:cs typeface="Lucida Sans Unicode"/>
              </a:rPr>
              <a:t>о</a:t>
            </a:r>
            <a:r>
              <a:rPr sz="3000" spc="210" dirty="0">
                <a:latin typeface="+mj-lt"/>
                <a:cs typeface="Lucida Sans Unicode"/>
              </a:rPr>
              <a:t>ч</a:t>
            </a:r>
            <a:r>
              <a:rPr sz="3000" spc="25" dirty="0">
                <a:latin typeface="+mj-lt"/>
                <a:cs typeface="Lucida Sans Unicode"/>
              </a:rPr>
              <a:t>н</a:t>
            </a:r>
            <a:r>
              <a:rPr sz="3000" spc="130" dirty="0">
                <a:latin typeface="+mj-lt"/>
                <a:cs typeface="Lucida Sans Unicode"/>
              </a:rPr>
              <a:t>ы</a:t>
            </a:r>
            <a:r>
              <a:rPr sz="3000" spc="35" dirty="0">
                <a:latin typeface="+mj-lt"/>
                <a:cs typeface="Lucida Sans Unicode"/>
              </a:rPr>
              <a:t>й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5" dirty="0">
                <a:latin typeface="+mj-lt"/>
                <a:cs typeface="Lucida Sans Unicode"/>
              </a:rPr>
              <a:t>б</a:t>
            </a:r>
            <a:r>
              <a:rPr sz="3000" spc="20" dirty="0">
                <a:latin typeface="+mj-lt"/>
                <a:cs typeface="Lucida Sans Unicode"/>
              </a:rPr>
              <a:t>а</a:t>
            </a:r>
            <a:r>
              <a:rPr sz="3000" spc="25" dirty="0">
                <a:latin typeface="+mj-lt"/>
                <a:cs typeface="Lucida Sans Unicode"/>
              </a:rPr>
              <a:t>н</a:t>
            </a:r>
            <a:r>
              <a:rPr sz="3000" spc="-20" dirty="0">
                <a:latin typeface="+mj-lt"/>
                <a:cs typeface="Lucida Sans Unicode"/>
              </a:rPr>
              <a:t>к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-20" dirty="0">
                <a:latin typeface="+mj-lt"/>
                <a:cs typeface="Lucida Sans Unicode"/>
              </a:rPr>
              <a:t>к</a:t>
            </a:r>
            <a:r>
              <a:rPr sz="3000" spc="20" dirty="0">
                <a:latin typeface="+mj-lt"/>
                <a:cs typeface="Lucida Sans Unicode"/>
              </a:rPr>
              <a:t>а</a:t>
            </a:r>
            <a:r>
              <a:rPr sz="3000" spc="-35" dirty="0">
                <a:latin typeface="+mj-lt"/>
                <a:cs typeface="Lucida Sans Unicode"/>
              </a:rPr>
              <a:t>р</a:t>
            </a:r>
            <a:r>
              <a:rPr sz="3000" spc="-45" dirty="0">
                <a:latin typeface="+mj-lt"/>
                <a:cs typeface="Lucida Sans Unicode"/>
              </a:rPr>
              <a:t>т</a:t>
            </a:r>
            <a:r>
              <a:rPr sz="3000" spc="-25" dirty="0">
                <a:latin typeface="+mj-lt"/>
                <a:cs typeface="Lucida Sans Unicode"/>
              </a:rPr>
              <a:t>о</a:t>
            </a:r>
            <a:r>
              <a:rPr sz="3000" spc="210" dirty="0">
                <a:latin typeface="+mj-lt"/>
                <a:cs typeface="Lucida Sans Unicode"/>
              </a:rPr>
              <a:t>ч</a:t>
            </a:r>
            <a:r>
              <a:rPr sz="3000" spc="15" dirty="0">
                <a:latin typeface="+mj-lt"/>
                <a:cs typeface="Lucida Sans Unicode"/>
              </a:rPr>
              <a:t>е</a:t>
            </a:r>
            <a:r>
              <a:rPr sz="3000" spc="-20" dirty="0">
                <a:latin typeface="+mj-lt"/>
                <a:cs typeface="Lucida Sans Unicode"/>
              </a:rPr>
              <a:t>к</a:t>
            </a:r>
            <a:r>
              <a:rPr sz="3000" spc="-285" dirty="0">
                <a:latin typeface="+mj-lt"/>
                <a:cs typeface="Lucida Sans Unicode"/>
              </a:rPr>
              <a:t>,  </a:t>
            </a:r>
            <a:r>
              <a:rPr sz="3000" spc="-20" dirty="0">
                <a:latin typeface="+mj-lt"/>
                <a:cs typeface="Lucida Sans Unicode"/>
              </a:rPr>
              <a:t>отсутствие</a:t>
            </a:r>
            <a:r>
              <a:rPr sz="3000" spc="-110" dirty="0">
                <a:latin typeface="+mj-lt"/>
                <a:cs typeface="Lucida Sans Unicode"/>
              </a:rPr>
              <a:t> </a:t>
            </a:r>
            <a:r>
              <a:rPr sz="3000" spc="25" dirty="0">
                <a:latin typeface="+mj-lt"/>
                <a:cs typeface="Lucida Sans Unicode"/>
              </a:rPr>
              <a:t>ограничения</a:t>
            </a:r>
            <a:r>
              <a:rPr sz="3000" spc="-110" dirty="0">
                <a:latin typeface="+mj-lt"/>
                <a:cs typeface="Lucida Sans Unicode"/>
              </a:rPr>
              <a:t> </a:t>
            </a:r>
            <a:r>
              <a:rPr sz="3000" dirty="0">
                <a:latin typeface="+mj-lt"/>
                <a:cs typeface="Lucida Sans Unicode"/>
              </a:rPr>
              <a:t>редактирования</a:t>
            </a:r>
            <a:r>
              <a:rPr sz="3000" spc="-110" dirty="0">
                <a:latin typeface="+mj-lt"/>
                <a:cs typeface="Lucida Sans Unicode"/>
              </a:rPr>
              <a:t> </a:t>
            </a:r>
            <a:r>
              <a:rPr sz="3000" spc="10" dirty="0">
                <a:latin typeface="+mj-lt"/>
                <a:cs typeface="Lucida Sans Unicode"/>
              </a:rPr>
              <a:t>карточек</a:t>
            </a:r>
            <a:r>
              <a:rPr sz="3000" spc="-110" dirty="0">
                <a:latin typeface="+mj-lt"/>
                <a:cs typeface="Lucida Sans Unicode"/>
              </a:rPr>
              <a:t> </a:t>
            </a:r>
            <a:r>
              <a:rPr sz="3000" spc="-45" dirty="0">
                <a:latin typeface="+mj-lt"/>
                <a:cs typeface="Lucida Sans Unicode"/>
              </a:rPr>
              <a:t>для</a:t>
            </a:r>
            <a:r>
              <a:rPr sz="3000" spc="-110" dirty="0">
                <a:latin typeface="+mj-lt"/>
                <a:cs typeface="Lucida Sans Unicode"/>
              </a:rPr>
              <a:t> </a:t>
            </a:r>
            <a:r>
              <a:rPr sz="3000" spc="-35" dirty="0">
                <a:latin typeface="+mj-lt"/>
                <a:cs typeface="Lucida Sans Unicode"/>
              </a:rPr>
              <a:t>ребенка, </a:t>
            </a:r>
            <a:r>
              <a:rPr sz="3000" spc="-745" dirty="0">
                <a:latin typeface="+mj-lt"/>
                <a:cs typeface="Lucida Sans Unicode"/>
              </a:rPr>
              <a:t> </a:t>
            </a:r>
            <a:r>
              <a:rPr sz="3000" spc="5" dirty="0">
                <a:latin typeface="+mj-lt"/>
                <a:cs typeface="Lucida Sans Unicode"/>
              </a:rPr>
              <a:t>рассчитан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20" dirty="0">
                <a:latin typeface="+mj-lt"/>
                <a:cs typeface="Lucida Sans Unicode"/>
              </a:rPr>
              <a:t>на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-10" dirty="0">
                <a:latin typeface="+mj-lt"/>
                <a:cs typeface="Lucida Sans Unicode"/>
              </a:rPr>
              <a:t>однотипные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-5" dirty="0">
                <a:latin typeface="+mj-lt"/>
                <a:cs typeface="Lucida Sans Unicode"/>
              </a:rPr>
              <a:t>предложения</a:t>
            </a:r>
            <a:r>
              <a:rPr sz="3000" spc="-114" dirty="0">
                <a:latin typeface="+mj-lt"/>
                <a:cs typeface="Lucida Sans Unicode"/>
              </a:rPr>
              <a:t> </a:t>
            </a:r>
            <a:r>
              <a:rPr sz="3000" spc="175" dirty="0">
                <a:latin typeface="+mj-lt"/>
                <a:cs typeface="Lucida Sans Unicode"/>
              </a:rPr>
              <a:t>(Я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-20" dirty="0">
                <a:latin typeface="+mj-lt"/>
                <a:cs typeface="Lucida Sans Unicode"/>
              </a:rPr>
              <a:t>хочу/не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dirty="0">
                <a:latin typeface="+mj-lt"/>
                <a:cs typeface="Lucida Sans Unicode"/>
              </a:rPr>
              <a:t>хочу).</a:t>
            </a:r>
          </a:p>
          <a:p>
            <a:pPr marL="342900" indent="-342900">
              <a:lnSpc>
                <a:spcPct val="100000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endParaRPr sz="3000" dirty="0">
              <a:latin typeface="+mj-lt"/>
              <a:cs typeface="Lucida Sans Unicode"/>
            </a:endParaRPr>
          </a:p>
          <a:p>
            <a:pPr marL="355600" marR="636270" indent="-342900">
              <a:lnSpc>
                <a:spcPct val="114599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3000" spc="-60" dirty="0">
                <a:latin typeface="+mj-lt"/>
                <a:cs typeface="Lucida Sans Unicode"/>
              </a:rPr>
              <a:t>Другие</a:t>
            </a:r>
            <a:r>
              <a:rPr sz="3000" spc="-110" dirty="0">
                <a:latin typeface="+mj-lt"/>
                <a:cs typeface="Lucida Sans Unicode"/>
              </a:rPr>
              <a:t> </a:t>
            </a:r>
            <a:r>
              <a:rPr sz="3000" spc="215" dirty="0">
                <a:latin typeface="+mj-lt"/>
                <a:cs typeface="Lucida Sans Unicode"/>
              </a:rPr>
              <a:t>(в</a:t>
            </a:r>
            <a:r>
              <a:rPr sz="3000" spc="-105" dirty="0">
                <a:latin typeface="+mj-lt"/>
                <a:cs typeface="Lucida Sans Unicode"/>
              </a:rPr>
              <a:t> </a:t>
            </a:r>
            <a:r>
              <a:rPr sz="3000" dirty="0">
                <a:latin typeface="+mj-lt"/>
                <a:cs typeface="Lucida Sans Unicode"/>
              </a:rPr>
              <a:t>частности</a:t>
            </a:r>
            <a:r>
              <a:rPr sz="3000" spc="-110" dirty="0">
                <a:latin typeface="+mj-lt"/>
                <a:cs typeface="Lucida Sans Unicode"/>
              </a:rPr>
              <a:t> </a:t>
            </a:r>
            <a:r>
              <a:rPr sz="3000" spc="-35" dirty="0">
                <a:latin typeface="+mj-lt"/>
                <a:cs typeface="Lucida Sans Unicode"/>
              </a:rPr>
              <a:t>это</a:t>
            </a:r>
            <a:r>
              <a:rPr sz="3000" spc="-105" dirty="0">
                <a:latin typeface="+mj-lt"/>
                <a:cs typeface="Lucida Sans Unicode"/>
              </a:rPr>
              <a:t> </a:t>
            </a:r>
            <a:r>
              <a:rPr sz="3000" spc="35" dirty="0">
                <a:latin typeface="+mj-lt"/>
                <a:cs typeface="Lucida Sans Unicode"/>
              </a:rPr>
              <a:t>веб-приложения)</a:t>
            </a:r>
            <a:r>
              <a:rPr sz="3000" spc="-105" dirty="0">
                <a:latin typeface="+mj-lt"/>
                <a:cs typeface="Lucida Sans Unicode"/>
              </a:rPr>
              <a:t> </a:t>
            </a:r>
            <a:r>
              <a:rPr sz="3000" spc="20" dirty="0">
                <a:latin typeface="+mj-lt"/>
                <a:cs typeface="Lucida Sans Unicode"/>
              </a:rPr>
              <a:t>имеют</a:t>
            </a:r>
            <a:r>
              <a:rPr sz="3000" spc="-110" dirty="0">
                <a:latin typeface="+mj-lt"/>
                <a:cs typeface="Lucida Sans Unicode"/>
              </a:rPr>
              <a:t> </a:t>
            </a:r>
            <a:r>
              <a:rPr sz="3000" spc="-10" dirty="0">
                <a:latin typeface="+mj-lt"/>
                <a:cs typeface="Lucida Sans Unicode"/>
              </a:rPr>
              <a:t>проблему </a:t>
            </a:r>
            <a:r>
              <a:rPr sz="3000" spc="-745" dirty="0">
                <a:latin typeface="+mj-lt"/>
                <a:cs typeface="Lucida Sans Unicode"/>
              </a:rPr>
              <a:t> </a:t>
            </a:r>
            <a:r>
              <a:rPr sz="3000" spc="-10" dirty="0">
                <a:latin typeface="+mj-lt"/>
                <a:cs typeface="Lucida Sans Unicode"/>
              </a:rPr>
              <a:t>отсутствия</a:t>
            </a:r>
            <a:r>
              <a:rPr sz="3000" spc="-125" dirty="0">
                <a:latin typeface="+mj-lt"/>
                <a:cs typeface="Lucida Sans Unicode"/>
              </a:rPr>
              <a:t> </a:t>
            </a:r>
            <a:r>
              <a:rPr sz="3000" spc="30" dirty="0">
                <a:latin typeface="+mj-lt"/>
                <a:cs typeface="Lucida Sans Unicode"/>
              </a:rPr>
              <a:t>мобильной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15" dirty="0">
                <a:latin typeface="+mj-lt"/>
                <a:cs typeface="Lucida Sans Unicode"/>
              </a:rPr>
              <a:t>версии</a:t>
            </a:r>
            <a:r>
              <a:rPr sz="3000" spc="-120" dirty="0">
                <a:latin typeface="+mj-lt"/>
                <a:cs typeface="Lucida Sans Unicode"/>
              </a:rPr>
              <a:t> </a:t>
            </a:r>
            <a:r>
              <a:rPr sz="3000" spc="20" dirty="0">
                <a:latin typeface="+mj-lt"/>
                <a:cs typeface="Lucida Sans Unicode"/>
              </a:rPr>
              <a:t>приложения</a:t>
            </a:r>
            <a:endParaRPr sz="3000" dirty="0">
              <a:latin typeface="+mj-lt"/>
              <a:cs typeface="Lucida Sans Unicod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706480"/>
            <a:ext cx="10016490" cy="15363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805" dirty="0">
                <a:solidFill>
                  <a:schemeClr val="tx1"/>
                </a:solidFill>
                <a:latin typeface="+mj-lt"/>
                <a:cs typeface="Lucida Sans Unicode"/>
              </a:rPr>
              <a:t>Конкуренты</a:t>
            </a:r>
            <a:endParaRPr sz="11900" dirty="0">
              <a:solidFill>
                <a:schemeClr val="tx1"/>
              </a:solidFill>
              <a:latin typeface="+mj-lt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584130"/>
            <a:ext cx="7899400" cy="263918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6830"/>
              </a:lnSpc>
              <a:spcBef>
                <a:spcPts val="80"/>
              </a:spcBef>
            </a:pPr>
            <a:r>
              <a:rPr sz="6000" spc="365" dirty="0">
                <a:solidFill>
                  <a:schemeClr val="tx1"/>
                </a:solidFill>
                <a:latin typeface="+mj-lt"/>
                <a:cs typeface="Lucida Sans Unicode"/>
              </a:rPr>
              <a:t>Преимущества </a:t>
            </a:r>
            <a:r>
              <a:rPr sz="6000" spc="370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6000" spc="345" dirty="0" err="1">
                <a:solidFill>
                  <a:schemeClr val="tx1"/>
                </a:solidFill>
                <a:latin typeface="+mj-lt"/>
                <a:cs typeface="Lucida Sans Unicode"/>
              </a:rPr>
              <a:t>разрабатываемого</a:t>
            </a:r>
            <a:r>
              <a:rPr sz="6000" spc="345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6000" spc="-1760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6000" spc="335" dirty="0" err="1">
                <a:solidFill>
                  <a:schemeClr val="tx1"/>
                </a:solidFill>
                <a:latin typeface="+mj-lt"/>
                <a:cs typeface="Lucida Sans Unicode"/>
              </a:rPr>
              <a:t>приложения</a:t>
            </a:r>
            <a:endParaRPr sz="6000" spc="335" dirty="0">
              <a:solidFill>
                <a:schemeClr val="tx1"/>
              </a:solidFill>
              <a:latin typeface="+mj-lt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13576" y="932214"/>
            <a:ext cx="7289800" cy="97975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20"/>
              </a:spcBef>
            </a:pPr>
            <a:r>
              <a:rPr sz="2800" b="1" spc="55" dirty="0">
                <a:latin typeface="+mj-lt"/>
                <a:cs typeface="Arial"/>
              </a:rPr>
              <a:t>НАЛИЧИЕ</a:t>
            </a:r>
            <a:r>
              <a:rPr sz="2800" b="1" spc="-150" dirty="0">
                <a:latin typeface="+mj-lt"/>
                <a:cs typeface="Arial"/>
              </a:rPr>
              <a:t> </a:t>
            </a:r>
            <a:r>
              <a:rPr sz="2800" b="1" spc="-25" dirty="0">
                <a:latin typeface="+mj-lt"/>
                <a:cs typeface="Arial"/>
              </a:rPr>
              <a:t>БАНКА</a:t>
            </a:r>
            <a:r>
              <a:rPr sz="2800" b="1" spc="-150" dirty="0">
                <a:latin typeface="+mj-lt"/>
                <a:cs typeface="Arial"/>
              </a:rPr>
              <a:t> </a:t>
            </a:r>
            <a:r>
              <a:rPr sz="2800" b="1" spc="-40" dirty="0">
                <a:latin typeface="+mj-lt"/>
                <a:cs typeface="Arial"/>
              </a:rPr>
              <a:t>КАРТОЧЕК</a:t>
            </a:r>
            <a:r>
              <a:rPr sz="2800" b="1" spc="-40" dirty="0">
                <a:latin typeface="+mj-lt"/>
                <a:cs typeface="Trebuchet MS"/>
              </a:rPr>
              <a:t>,</a:t>
            </a:r>
            <a:r>
              <a:rPr sz="2800" b="1" spc="-204" dirty="0">
                <a:latin typeface="+mj-lt"/>
                <a:cs typeface="Trebuchet MS"/>
              </a:rPr>
              <a:t> </a:t>
            </a:r>
            <a:r>
              <a:rPr sz="2800" b="1" spc="15" dirty="0">
                <a:latin typeface="+mj-lt"/>
                <a:cs typeface="Arial"/>
              </a:rPr>
              <a:t>СОЗДАННОГО</a:t>
            </a:r>
            <a:r>
              <a:rPr sz="2800" b="1" spc="-150" dirty="0">
                <a:latin typeface="+mj-lt"/>
                <a:cs typeface="Arial"/>
              </a:rPr>
              <a:t> </a:t>
            </a:r>
            <a:r>
              <a:rPr sz="2800" b="1" spc="50" dirty="0">
                <a:latin typeface="+mj-lt"/>
                <a:cs typeface="Arial"/>
              </a:rPr>
              <a:t>ПО</a:t>
            </a:r>
            <a:endParaRPr sz="2800" dirty="0">
              <a:latin typeface="+mj-lt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20"/>
              </a:spcBef>
            </a:pPr>
            <a:r>
              <a:rPr sz="2800" b="1" spc="145" dirty="0">
                <a:latin typeface="+mj-lt"/>
                <a:cs typeface="Arial"/>
              </a:rPr>
              <a:t>К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80" dirty="0">
                <a:latin typeface="+mj-lt"/>
                <a:cs typeface="Arial"/>
              </a:rPr>
              <a:t>Т</a:t>
            </a:r>
            <a:r>
              <a:rPr sz="2800" b="1" spc="-265" dirty="0">
                <a:latin typeface="+mj-lt"/>
                <a:cs typeface="Arial"/>
              </a:rPr>
              <a:t>Е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135" dirty="0">
                <a:latin typeface="+mj-lt"/>
                <a:cs typeface="Arial"/>
              </a:rPr>
              <a:t>Я</a:t>
            </a:r>
            <a:r>
              <a:rPr sz="2800" b="1" spc="265" dirty="0">
                <a:latin typeface="+mj-lt"/>
                <a:cs typeface="Arial"/>
              </a:rPr>
              <a:t>М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85" dirty="0">
                <a:latin typeface="+mj-lt"/>
                <a:cs typeface="Trebuchet MS"/>
              </a:rPr>
              <a:t>P</a:t>
            </a:r>
            <a:r>
              <a:rPr sz="2800" b="1" spc="-75" dirty="0">
                <a:latin typeface="+mj-lt"/>
                <a:cs typeface="Trebuchet MS"/>
              </a:rPr>
              <a:t>E</a:t>
            </a:r>
            <a:r>
              <a:rPr sz="2800" b="1" spc="355" dirty="0">
                <a:latin typeface="+mj-lt"/>
                <a:cs typeface="Trebuchet MS"/>
              </a:rPr>
              <a:t>C</a:t>
            </a:r>
            <a:r>
              <a:rPr sz="2800" b="1" spc="250" dirty="0">
                <a:latin typeface="+mj-lt"/>
                <a:cs typeface="Trebuchet MS"/>
              </a:rPr>
              <a:t>S</a:t>
            </a:r>
            <a:endParaRPr sz="2800" dirty="0">
              <a:latin typeface="+mj-lt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2217" y="3027715"/>
            <a:ext cx="7440930" cy="97975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20"/>
              </a:spcBef>
            </a:pPr>
            <a:r>
              <a:rPr lang="ru-RU" sz="2800" b="1" spc="60" dirty="0">
                <a:latin typeface="+mj-lt"/>
                <a:cs typeface="Arial"/>
              </a:rPr>
              <a:t>П</a:t>
            </a:r>
            <a:r>
              <a:rPr lang="ru-RU" sz="2800" b="1" spc="-100" dirty="0">
                <a:latin typeface="+mj-lt"/>
                <a:cs typeface="Arial"/>
              </a:rPr>
              <a:t>Р</a:t>
            </a:r>
            <a:r>
              <a:rPr lang="ru-RU" sz="2800" b="1" spc="40" dirty="0">
                <a:latin typeface="+mj-lt"/>
                <a:cs typeface="Arial"/>
              </a:rPr>
              <a:t>О</a:t>
            </a:r>
            <a:r>
              <a:rPr lang="ru-RU" sz="2800" b="1" spc="-210" dirty="0">
                <a:latin typeface="+mj-lt"/>
                <a:cs typeface="Arial"/>
              </a:rPr>
              <a:t>С</a:t>
            </a:r>
            <a:r>
              <a:rPr lang="ru-RU" sz="2800" b="1" spc="-80" dirty="0">
                <a:latin typeface="+mj-lt"/>
                <a:cs typeface="Arial"/>
              </a:rPr>
              <a:t>Т</a:t>
            </a:r>
            <a:r>
              <a:rPr lang="ru-RU" sz="2800" b="1" spc="40" dirty="0">
                <a:latin typeface="+mj-lt"/>
                <a:cs typeface="Arial"/>
              </a:rPr>
              <a:t>О</a:t>
            </a:r>
            <a:r>
              <a:rPr lang="ru-RU" sz="2800" b="1" spc="-80" dirty="0">
                <a:latin typeface="+mj-lt"/>
                <a:cs typeface="Arial"/>
              </a:rPr>
              <a:t>Т</a:t>
            </a:r>
            <a:r>
              <a:rPr lang="ru-RU" sz="2800" b="1" spc="-85" dirty="0">
                <a:latin typeface="+mj-lt"/>
                <a:cs typeface="Arial"/>
              </a:rPr>
              <a:t>А</a:t>
            </a:r>
            <a:r>
              <a:rPr lang="ru-RU" sz="2800" b="1" spc="-160" dirty="0">
                <a:latin typeface="+mj-lt"/>
                <a:cs typeface="Arial"/>
              </a:rPr>
              <a:t> 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210" dirty="0">
                <a:latin typeface="+mj-lt"/>
                <a:cs typeface="Arial"/>
              </a:rPr>
              <a:t>С</a:t>
            </a:r>
            <a:r>
              <a:rPr sz="2800" b="1" spc="60" dirty="0">
                <a:latin typeface="+mj-lt"/>
                <a:cs typeface="Arial"/>
              </a:rPr>
              <a:t>П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100" dirty="0">
                <a:latin typeface="+mj-lt"/>
                <a:cs typeface="Arial"/>
              </a:rPr>
              <a:t>Л</a:t>
            </a:r>
            <a:r>
              <a:rPr sz="2800" b="1" spc="-200" dirty="0">
                <a:latin typeface="+mj-lt"/>
                <a:cs typeface="Arial"/>
              </a:rPr>
              <a:t>Ь</a:t>
            </a:r>
            <a:r>
              <a:rPr sz="2800" b="1" spc="45" dirty="0">
                <a:latin typeface="+mj-lt"/>
                <a:cs typeface="Arial"/>
              </a:rPr>
              <a:t>З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-125" dirty="0">
                <a:latin typeface="+mj-lt"/>
                <a:cs typeface="Arial"/>
              </a:rPr>
              <a:t>В</a:t>
            </a:r>
            <a:r>
              <a:rPr sz="2800" b="1" spc="-85" dirty="0">
                <a:latin typeface="+mj-lt"/>
                <a:cs typeface="Arial"/>
              </a:rPr>
              <a:t>А</a:t>
            </a:r>
            <a:r>
              <a:rPr sz="2800" b="1" spc="100" dirty="0">
                <a:latin typeface="+mj-lt"/>
                <a:cs typeface="Arial"/>
              </a:rPr>
              <a:t>Н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130" dirty="0">
                <a:latin typeface="+mj-lt"/>
                <a:cs typeface="Arial"/>
              </a:rPr>
              <a:t>Я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60" dirty="0">
                <a:latin typeface="+mj-lt"/>
                <a:cs typeface="Arial"/>
              </a:rPr>
              <a:t>П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100" dirty="0">
                <a:latin typeface="+mj-lt"/>
                <a:cs typeface="Arial"/>
              </a:rPr>
              <a:t>Л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90" dirty="0">
                <a:latin typeface="+mj-lt"/>
                <a:cs typeface="Arial"/>
              </a:rPr>
              <a:t>Ж</a:t>
            </a:r>
            <a:r>
              <a:rPr sz="2800" b="1" spc="-265" dirty="0">
                <a:latin typeface="+mj-lt"/>
                <a:cs typeface="Arial"/>
              </a:rPr>
              <a:t>Е</a:t>
            </a:r>
            <a:r>
              <a:rPr sz="2800" b="1" spc="100" dirty="0">
                <a:latin typeface="+mj-lt"/>
                <a:cs typeface="Arial"/>
              </a:rPr>
              <a:t>Н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130" dirty="0">
                <a:latin typeface="+mj-lt"/>
                <a:cs typeface="Arial"/>
              </a:rPr>
              <a:t>Я</a:t>
            </a:r>
            <a:endParaRPr sz="2800" dirty="0">
              <a:latin typeface="+mj-lt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20"/>
              </a:spcBef>
            </a:pPr>
            <a:r>
              <a:rPr sz="2800" b="1" spc="120" dirty="0">
                <a:latin typeface="+mj-lt"/>
                <a:cs typeface="Arial"/>
              </a:rPr>
              <a:t>Д</a:t>
            </a:r>
            <a:r>
              <a:rPr sz="2800" b="1" spc="100" dirty="0">
                <a:latin typeface="+mj-lt"/>
                <a:cs typeface="Arial"/>
              </a:rPr>
              <a:t>Л</a:t>
            </a:r>
            <a:r>
              <a:rPr sz="2800" b="1" spc="-130" dirty="0">
                <a:latin typeface="+mj-lt"/>
                <a:cs typeface="Arial"/>
              </a:rPr>
              <a:t>Я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120" dirty="0">
                <a:latin typeface="+mj-lt"/>
                <a:cs typeface="Arial"/>
              </a:rPr>
              <a:t>Д</a:t>
            </a:r>
            <a:r>
              <a:rPr sz="2800" b="1" spc="-265" dirty="0">
                <a:latin typeface="+mj-lt"/>
                <a:cs typeface="Arial"/>
              </a:rPr>
              <a:t>Е</a:t>
            </a:r>
            <a:r>
              <a:rPr sz="2800" b="1" spc="-80" dirty="0">
                <a:latin typeface="+mj-lt"/>
                <a:cs typeface="Arial"/>
              </a:rPr>
              <a:t>Т</a:t>
            </a:r>
            <a:r>
              <a:rPr sz="2800" b="1" spc="-265" dirty="0">
                <a:latin typeface="+mj-lt"/>
                <a:cs typeface="Arial"/>
              </a:rPr>
              <a:t>Е</a:t>
            </a:r>
            <a:r>
              <a:rPr sz="2800" b="1" spc="250" dirty="0">
                <a:latin typeface="+mj-lt"/>
                <a:cs typeface="Arial"/>
              </a:rPr>
              <a:t>Й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-85" dirty="0">
                <a:latin typeface="+mj-lt"/>
                <a:cs typeface="Arial"/>
              </a:rPr>
              <a:t>А</a:t>
            </a:r>
            <a:r>
              <a:rPr sz="2800" b="1" spc="45" dirty="0">
                <a:latin typeface="+mj-lt"/>
                <a:cs typeface="Arial"/>
              </a:rPr>
              <a:t>З</a:t>
            </a:r>
            <a:r>
              <a:rPr sz="2800" b="1" spc="100" dirty="0">
                <a:latin typeface="+mj-lt"/>
                <a:cs typeface="Arial"/>
              </a:rPr>
              <a:t>Н</a:t>
            </a:r>
            <a:r>
              <a:rPr sz="2800" b="1" spc="-180" dirty="0">
                <a:latin typeface="+mj-lt"/>
                <a:cs typeface="Arial"/>
              </a:rPr>
              <a:t>Ы</a:t>
            </a:r>
            <a:r>
              <a:rPr sz="2800" b="1" dirty="0">
                <a:latin typeface="+mj-lt"/>
                <a:cs typeface="Arial"/>
              </a:rPr>
              <a:t>Х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-125" dirty="0">
                <a:latin typeface="+mj-lt"/>
                <a:cs typeface="Arial"/>
              </a:rPr>
              <a:t>В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45" dirty="0">
                <a:latin typeface="+mj-lt"/>
                <a:cs typeface="Arial"/>
              </a:rPr>
              <a:t>З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-85" dirty="0">
                <a:latin typeface="+mj-lt"/>
                <a:cs typeface="Arial"/>
              </a:rPr>
              <a:t>А</a:t>
            </a:r>
            <a:r>
              <a:rPr sz="2800" b="1" spc="-210" dirty="0">
                <a:latin typeface="+mj-lt"/>
                <a:cs typeface="Arial"/>
              </a:rPr>
              <a:t>С</a:t>
            </a:r>
            <a:r>
              <a:rPr sz="2800" b="1" spc="-80" dirty="0">
                <a:latin typeface="+mj-lt"/>
                <a:cs typeface="Arial"/>
              </a:rPr>
              <a:t>Т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-120" dirty="0">
                <a:latin typeface="+mj-lt"/>
                <a:cs typeface="Arial"/>
              </a:rPr>
              <a:t>В</a:t>
            </a:r>
            <a:endParaRPr sz="2800" dirty="0">
              <a:latin typeface="+mj-lt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55694" y="5176097"/>
            <a:ext cx="724725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95" dirty="0">
                <a:latin typeface="+mj-lt"/>
                <a:cs typeface="Arial"/>
              </a:rPr>
              <a:t>У</a:t>
            </a:r>
            <a:r>
              <a:rPr sz="2800" b="1" spc="120" dirty="0">
                <a:latin typeface="+mj-lt"/>
                <a:cs typeface="Arial"/>
              </a:rPr>
              <a:t>Д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-200" dirty="0">
                <a:latin typeface="+mj-lt"/>
                <a:cs typeface="Arial"/>
              </a:rPr>
              <a:t>Б</a:t>
            </a:r>
            <a:r>
              <a:rPr sz="2800" b="1" spc="-210" dirty="0">
                <a:latin typeface="+mj-lt"/>
                <a:cs typeface="Arial"/>
              </a:rPr>
              <a:t>С</a:t>
            </a:r>
            <a:r>
              <a:rPr sz="2800" b="1" spc="-80" dirty="0">
                <a:latin typeface="+mj-lt"/>
                <a:cs typeface="Arial"/>
              </a:rPr>
              <a:t>Т</a:t>
            </a:r>
            <a:r>
              <a:rPr sz="2800" b="1" spc="-125" dirty="0">
                <a:latin typeface="+mj-lt"/>
                <a:cs typeface="Arial"/>
              </a:rPr>
              <a:t>В</a:t>
            </a:r>
            <a:r>
              <a:rPr sz="2800" b="1" spc="45" dirty="0">
                <a:latin typeface="+mj-lt"/>
                <a:cs typeface="Arial"/>
              </a:rPr>
              <a:t>О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-265" dirty="0">
                <a:latin typeface="+mj-lt"/>
                <a:cs typeface="Arial"/>
              </a:rPr>
              <a:t>Е</a:t>
            </a:r>
            <a:r>
              <a:rPr sz="2800" b="1" spc="120" dirty="0">
                <a:latin typeface="+mj-lt"/>
                <a:cs typeface="Arial"/>
              </a:rPr>
              <a:t>Д</a:t>
            </a:r>
            <a:r>
              <a:rPr sz="2800" b="1" spc="-85" dirty="0">
                <a:latin typeface="+mj-lt"/>
                <a:cs typeface="Arial"/>
              </a:rPr>
              <a:t>А</a:t>
            </a:r>
            <a:r>
              <a:rPr sz="2800" b="1" spc="145" dirty="0">
                <a:latin typeface="+mj-lt"/>
                <a:cs typeface="Arial"/>
              </a:rPr>
              <a:t>К</a:t>
            </a:r>
            <a:r>
              <a:rPr sz="2800" b="1" spc="-80" dirty="0">
                <a:latin typeface="+mj-lt"/>
                <a:cs typeface="Arial"/>
              </a:rPr>
              <a:t>Т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-125" dirty="0">
                <a:latin typeface="+mj-lt"/>
                <a:cs typeface="Arial"/>
              </a:rPr>
              <a:t>В</a:t>
            </a:r>
            <a:r>
              <a:rPr sz="2800" b="1" spc="-85" dirty="0">
                <a:latin typeface="+mj-lt"/>
                <a:cs typeface="Arial"/>
              </a:rPr>
              <a:t>А</a:t>
            </a:r>
            <a:r>
              <a:rPr sz="2800" b="1" spc="100" dirty="0">
                <a:latin typeface="+mj-lt"/>
                <a:cs typeface="Arial"/>
              </a:rPr>
              <a:t>Н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130" dirty="0">
                <a:latin typeface="+mj-lt"/>
                <a:cs typeface="Arial"/>
              </a:rPr>
              <a:t>Я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120" dirty="0">
                <a:latin typeface="+mj-lt"/>
                <a:cs typeface="Arial"/>
              </a:rPr>
              <a:t>Д</a:t>
            </a:r>
            <a:r>
              <a:rPr sz="2800" b="1" spc="100" dirty="0">
                <a:latin typeface="+mj-lt"/>
                <a:cs typeface="Arial"/>
              </a:rPr>
              <a:t>Л</a:t>
            </a:r>
            <a:r>
              <a:rPr sz="2800" b="1" spc="-130" dirty="0">
                <a:latin typeface="+mj-lt"/>
                <a:cs typeface="Arial"/>
              </a:rPr>
              <a:t>Я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120" dirty="0">
                <a:latin typeface="+mj-lt"/>
                <a:cs typeface="Arial"/>
              </a:rPr>
              <a:t>Д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80" dirty="0">
                <a:latin typeface="+mj-lt"/>
                <a:cs typeface="Arial"/>
              </a:rPr>
              <a:t>Т</a:t>
            </a:r>
            <a:r>
              <a:rPr sz="2800" b="1" spc="-265" dirty="0">
                <a:latin typeface="+mj-lt"/>
                <a:cs typeface="Arial"/>
              </a:rPr>
              <a:t>Е</a:t>
            </a:r>
            <a:r>
              <a:rPr sz="2800" b="1" spc="100" dirty="0">
                <a:latin typeface="+mj-lt"/>
                <a:cs typeface="Arial"/>
              </a:rPr>
              <a:t>Л</a:t>
            </a:r>
            <a:r>
              <a:rPr sz="2800" b="1" spc="-130" dirty="0">
                <a:latin typeface="+mj-lt"/>
                <a:cs typeface="Arial"/>
              </a:rPr>
              <a:t>Я</a:t>
            </a:r>
            <a:endParaRPr sz="2800" dirty="0">
              <a:latin typeface="+mj-lt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52147" y="6799614"/>
            <a:ext cx="7051040" cy="14854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01700" algn="r">
              <a:lnSpc>
                <a:spcPct val="114599"/>
              </a:lnSpc>
              <a:spcBef>
                <a:spcPts val="95"/>
              </a:spcBef>
            </a:pP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-80" dirty="0">
                <a:latin typeface="+mj-lt"/>
                <a:cs typeface="Arial"/>
              </a:rPr>
              <a:t>Т</a:t>
            </a:r>
            <a:r>
              <a:rPr sz="2800" b="1" spc="-210" dirty="0">
                <a:latin typeface="+mj-lt"/>
                <a:cs typeface="Arial"/>
              </a:rPr>
              <a:t>С</a:t>
            </a:r>
            <a:r>
              <a:rPr sz="2800" b="1" spc="95" dirty="0">
                <a:latin typeface="+mj-lt"/>
                <a:cs typeface="Arial"/>
              </a:rPr>
              <a:t>У</a:t>
            </a:r>
            <a:r>
              <a:rPr sz="2800" b="1" spc="-80" dirty="0">
                <a:latin typeface="+mj-lt"/>
                <a:cs typeface="Arial"/>
              </a:rPr>
              <a:t>Т</a:t>
            </a:r>
            <a:r>
              <a:rPr sz="2800" b="1" spc="-210" dirty="0">
                <a:latin typeface="+mj-lt"/>
                <a:cs typeface="Arial"/>
              </a:rPr>
              <a:t>С</a:t>
            </a:r>
            <a:r>
              <a:rPr sz="2800" b="1" spc="-80" dirty="0">
                <a:latin typeface="+mj-lt"/>
                <a:cs typeface="Arial"/>
              </a:rPr>
              <a:t>Т</a:t>
            </a:r>
            <a:r>
              <a:rPr sz="2800" b="1" spc="-125" dirty="0">
                <a:latin typeface="+mj-lt"/>
                <a:cs typeface="Arial"/>
              </a:rPr>
              <a:t>В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260" dirty="0">
                <a:latin typeface="+mj-lt"/>
                <a:cs typeface="Arial"/>
              </a:rPr>
              <a:t>Е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lang="ru-RU" sz="2800" b="1" spc="-160" dirty="0">
                <a:latin typeface="+mj-lt"/>
                <a:cs typeface="Arial"/>
              </a:rPr>
              <a:t> </a:t>
            </a:r>
            <a:r>
              <a:rPr sz="2800" b="1" spc="100" dirty="0">
                <a:latin typeface="+mj-lt"/>
                <a:cs typeface="Arial"/>
              </a:rPr>
              <a:t>Л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170" dirty="0">
                <a:latin typeface="+mj-lt"/>
                <a:cs typeface="Arial"/>
              </a:rPr>
              <a:t>Ш</a:t>
            </a:r>
            <a:r>
              <a:rPr sz="2800" b="1" spc="100" dirty="0">
                <a:latin typeface="+mj-lt"/>
                <a:cs typeface="Arial"/>
              </a:rPr>
              <a:t>Н</a:t>
            </a:r>
            <a:r>
              <a:rPr sz="2800" b="1" spc="-265" dirty="0">
                <a:latin typeface="+mj-lt"/>
                <a:cs typeface="Arial"/>
              </a:rPr>
              <a:t>Е</a:t>
            </a:r>
            <a:r>
              <a:rPr sz="2800" b="1" spc="-20" dirty="0">
                <a:latin typeface="+mj-lt"/>
                <a:cs typeface="Arial"/>
              </a:rPr>
              <a:t>Г</a:t>
            </a:r>
            <a:r>
              <a:rPr sz="2800" b="1" spc="45" dirty="0">
                <a:latin typeface="+mj-lt"/>
                <a:cs typeface="Arial"/>
              </a:rPr>
              <a:t>О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145" dirty="0">
                <a:latin typeface="+mj-lt"/>
                <a:cs typeface="Arial"/>
              </a:rPr>
              <a:t>К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100" dirty="0">
                <a:latin typeface="+mj-lt"/>
                <a:cs typeface="Arial"/>
              </a:rPr>
              <a:t>Н</a:t>
            </a:r>
            <a:r>
              <a:rPr sz="2800" b="1" spc="-80" dirty="0">
                <a:latin typeface="+mj-lt"/>
                <a:cs typeface="Arial"/>
              </a:rPr>
              <a:t>Т</a:t>
            </a:r>
            <a:r>
              <a:rPr sz="2800" b="1" spc="-265" dirty="0">
                <a:latin typeface="+mj-lt"/>
                <a:cs typeface="Arial"/>
              </a:rPr>
              <a:t>Е</a:t>
            </a:r>
            <a:r>
              <a:rPr sz="2800" b="1" spc="100" dirty="0">
                <a:latin typeface="+mj-lt"/>
                <a:cs typeface="Arial"/>
              </a:rPr>
              <a:t>Н</a:t>
            </a:r>
            <a:r>
              <a:rPr sz="2800" b="1" spc="-80" dirty="0">
                <a:latin typeface="+mj-lt"/>
                <a:cs typeface="Arial"/>
              </a:rPr>
              <a:t>ТА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120" dirty="0">
                <a:latin typeface="+mj-lt"/>
                <a:cs typeface="Arial"/>
              </a:rPr>
              <a:t>Д</a:t>
            </a:r>
            <a:r>
              <a:rPr sz="2800" b="1" spc="100" dirty="0">
                <a:latin typeface="+mj-lt"/>
                <a:cs typeface="Arial"/>
              </a:rPr>
              <a:t>Л</a:t>
            </a:r>
            <a:r>
              <a:rPr sz="2800" b="1" spc="-80" dirty="0">
                <a:latin typeface="+mj-lt"/>
                <a:cs typeface="Arial"/>
              </a:rPr>
              <a:t>Я  </a:t>
            </a:r>
            <a:r>
              <a:rPr sz="2800" b="1" spc="60" dirty="0">
                <a:latin typeface="+mj-lt"/>
                <a:cs typeface="Arial"/>
              </a:rPr>
              <a:t>П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-210" dirty="0">
                <a:latin typeface="+mj-lt"/>
                <a:cs typeface="Arial"/>
              </a:rPr>
              <a:t>С</a:t>
            </a:r>
            <a:r>
              <a:rPr sz="2800" b="1" spc="-80" dirty="0">
                <a:latin typeface="+mj-lt"/>
                <a:cs typeface="Arial"/>
              </a:rPr>
              <a:t>Т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-80" dirty="0">
                <a:latin typeface="+mj-lt"/>
                <a:cs typeface="Arial"/>
              </a:rPr>
              <a:t>Т</a:t>
            </a:r>
            <a:r>
              <a:rPr sz="2800" b="1" spc="-175" dirty="0">
                <a:latin typeface="+mj-lt"/>
                <a:cs typeface="Arial"/>
              </a:rPr>
              <a:t>Ы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210" dirty="0">
                <a:latin typeface="+mj-lt"/>
                <a:cs typeface="Arial"/>
              </a:rPr>
              <a:t>С</a:t>
            </a:r>
            <a:r>
              <a:rPr sz="2800" b="1" spc="60" dirty="0">
                <a:latin typeface="+mj-lt"/>
                <a:cs typeface="Arial"/>
              </a:rPr>
              <a:t>П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100" dirty="0">
                <a:latin typeface="+mj-lt"/>
                <a:cs typeface="Arial"/>
              </a:rPr>
              <a:t>Л</a:t>
            </a:r>
            <a:r>
              <a:rPr sz="2800" b="1" spc="-200" dirty="0">
                <a:latin typeface="+mj-lt"/>
                <a:cs typeface="Arial"/>
              </a:rPr>
              <a:t>Ь</a:t>
            </a:r>
            <a:r>
              <a:rPr sz="2800" b="1" spc="45" dirty="0">
                <a:latin typeface="+mj-lt"/>
                <a:cs typeface="Arial"/>
              </a:rPr>
              <a:t>З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-125" dirty="0">
                <a:latin typeface="+mj-lt"/>
                <a:cs typeface="Arial"/>
              </a:rPr>
              <a:t>В</a:t>
            </a:r>
            <a:r>
              <a:rPr sz="2800" b="1" spc="-85" dirty="0">
                <a:latin typeface="+mj-lt"/>
                <a:cs typeface="Arial"/>
              </a:rPr>
              <a:t>А</a:t>
            </a:r>
            <a:r>
              <a:rPr sz="2800" b="1" spc="100" dirty="0">
                <a:latin typeface="+mj-lt"/>
                <a:cs typeface="Arial"/>
              </a:rPr>
              <a:t>Н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130" dirty="0">
                <a:latin typeface="+mj-lt"/>
                <a:cs typeface="Arial"/>
              </a:rPr>
              <a:t>Я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60" dirty="0">
                <a:latin typeface="+mj-lt"/>
                <a:cs typeface="Arial"/>
              </a:rPr>
              <a:t>П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100" dirty="0">
                <a:latin typeface="+mj-lt"/>
                <a:cs typeface="Arial"/>
              </a:rPr>
              <a:t>Л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90" dirty="0">
                <a:latin typeface="+mj-lt"/>
                <a:cs typeface="Arial"/>
              </a:rPr>
              <a:t>Ж</a:t>
            </a:r>
            <a:r>
              <a:rPr sz="2800" b="1" spc="-265" dirty="0">
                <a:latin typeface="+mj-lt"/>
                <a:cs typeface="Arial"/>
              </a:rPr>
              <a:t>Е</a:t>
            </a:r>
            <a:r>
              <a:rPr sz="2800" b="1" spc="100" dirty="0">
                <a:latin typeface="+mj-lt"/>
                <a:cs typeface="Arial"/>
              </a:rPr>
              <a:t>Н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130" dirty="0">
                <a:latin typeface="+mj-lt"/>
                <a:cs typeface="Arial"/>
              </a:rPr>
              <a:t>Я</a:t>
            </a:r>
            <a:endParaRPr sz="2800" dirty="0">
              <a:latin typeface="+mj-lt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20"/>
              </a:spcBef>
            </a:pPr>
            <a:r>
              <a:rPr sz="2800" b="1" spc="-35" dirty="0">
                <a:latin typeface="+mj-lt"/>
                <a:cs typeface="Arial"/>
              </a:rPr>
              <a:t>РЕБЕНКОМ</a:t>
            </a:r>
            <a:endParaRPr sz="2800" dirty="0">
              <a:latin typeface="+mj-lt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14400" y="855006"/>
            <a:ext cx="12420600" cy="2369238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ts val="8850"/>
              </a:lnSpc>
              <a:spcBef>
                <a:spcPts val="20"/>
              </a:spcBef>
            </a:pPr>
            <a:r>
              <a:rPr sz="9600" spc="470" dirty="0">
                <a:solidFill>
                  <a:schemeClr val="tx1"/>
                </a:solidFill>
                <a:latin typeface="+mj-lt"/>
                <a:cs typeface="Lucida Sans Unicode"/>
              </a:rPr>
              <a:t>Функциональные</a:t>
            </a:r>
            <a:r>
              <a:rPr sz="7200" spc="470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7200" spc="-2265" dirty="0">
                <a:solidFill>
                  <a:schemeClr val="tx1"/>
                </a:solidFill>
                <a:latin typeface="+mj-lt"/>
                <a:cs typeface="Lucida Sans Unicode"/>
              </a:rPr>
              <a:t> </a:t>
            </a:r>
            <a:r>
              <a:rPr sz="9600" spc="409" dirty="0">
                <a:solidFill>
                  <a:schemeClr val="tx1"/>
                </a:solidFill>
                <a:latin typeface="+mj-lt"/>
                <a:cs typeface="Lucida Sans Unicode"/>
              </a:rPr>
              <a:t>требования</a:t>
            </a:r>
            <a:endParaRPr sz="7200" dirty="0">
              <a:solidFill>
                <a:schemeClr val="tx1"/>
              </a:solidFill>
              <a:latin typeface="+mj-lt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3619500"/>
            <a:ext cx="9601200" cy="4900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89305" indent="-342900">
              <a:lnSpc>
                <a:spcPct val="1145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200" spc="30" dirty="0">
                <a:latin typeface="+mj-lt"/>
                <a:cs typeface="Lucida Sans Unicode"/>
              </a:rPr>
              <a:t>Возможность</a:t>
            </a:r>
            <a:r>
              <a:rPr sz="3200" spc="-125" dirty="0">
                <a:latin typeface="+mj-lt"/>
                <a:cs typeface="Lucida Sans Unicode"/>
              </a:rPr>
              <a:t> </a:t>
            </a:r>
            <a:r>
              <a:rPr sz="3200" spc="-15" dirty="0">
                <a:latin typeface="+mj-lt"/>
                <a:cs typeface="Lucida Sans Unicode"/>
              </a:rPr>
              <a:t>создания</a:t>
            </a:r>
            <a:r>
              <a:rPr sz="3200" spc="-120" dirty="0">
                <a:latin typeface="+mj-lt"/>
                <a:cs typeface="Lucida Sans Unicode"/>
              </a:rPr>
              <a:t> </a:t>
            </a:r>
            <a:r>
              <a:rPr sz="3200" spc="-10" dirty="0">
                <a:latin typeface="+mj-lt"/>
                <a:cs typeface="Lucida Sans Unicode"/>
              </a:rPr>
              <a:t>нескольких</a:t>
            </a:r>
            <a:r>
              <a:rPr sz="3200" spc="-125" dirty="0">
                <a:latin typeface="+mj-lt"/>
                <a:cs typeface="Lucida Sans Unicode"/>
              </a:rPr>
              <a:t> </a:t>
            </a:r>
            <a:r>
              <a:rPr sz="3200" spc="-25" dirty="0">
                <a:latin typeface="+mj-lt"/>
                <a:cs typeface="Lucida Sans Unicode"/>
              </a:rPr>
              <a:t>профилей </a:t>
            </a:r>
            <a:r>
              <a:rPr sz="3200" spc="-745" dirty="0">
                <a:latin typeface="+mj-lt"/>
                <a:cs typeface="Lucida Sans Unicode"/>
              </a:rPr>
              <a:t> </a:t>
            </a:r>
            <a:r>
              <a:rPr sz="3200" spc="10" dirty="0">
                <a:latin typeface="+mj-lt"/>
                <a:cs typeface="Lucida Sans Unicode"/>
              </a:rPr>
              <a:t>(например, </a:t>
            </a:r>
            <a:r>
              <a:rPr sz="3200" spc="-45" dirty="0">
                <a:latin typeface="+mj-lt"/>
                <a:cs typeface="Lucida Sans Unicode"/>
              </a:rPr>
              <a:t>для </a:t>
            </a:r>
            <a:r>
              <a:rPr sz="3200" spc="-30" dirty="0">
                <a:latin typeface="+mj-lt"/>
                <a:cs typeface="Lucida Sans Unicode"/>
              </a:rPr>
              <a:t>специалистов, </a:t>
            </a:r>
            <a:r>
              <a:rPr sz="3200" spc="-15" dirty="0">
                <a:latin typeface="+mj-lt"/>
                <a:cs typeface="Lucida Sans Unicode"/>
              </a:rPr>
              <a:t>работающих </a:t>
            </a:r>
            <a:r>
              <a:rPr sz="3200" spc="-80" dirty="0">
                <a:latin typeface="+mj-lt"/>
                <a:cs typeface="Lucida Sans Unicode"/>
              </a:rPr>
              <a:t>с </a:t>
            </a:r>
            <a:r>
              <a:rPr sz="3200" spc="-745" dirty="0">
                <a:latin typeface="+mj-lt"/>
                <a:cs typeface="Lucida Sans Unicode"/>
              </a:rPr>
              <a:t> </a:t>
            </a:r>
            <a:r>
              <a:rPr sz="3200" spc="-220" dirty="0">
                <a:latin typeface="+mj-lt"/>
                <a:cs typeface="Lucida Sans Unicode"/>
              </a:rPr>
              <a:t>д</a:t>
            </a:r>
            <a:r>
              <a:rPr sz="3200" spc="15" dirty="0">
                <a:latin typeface="+mj-lt"/>
                <a:cs typeface="Lucida Sans Unicode"/>
              </a:rPr>
              <a:t>е</a:t>
            </a:r>
            <a:r>
              <a:rPr sz="3200" spc="-45" dirty="0">
                <a:latin typeface="+mj-lt"/>
                <a:cs typeface="Lucida Sans Unicode"/>
              </a:rPr>
              <a:t>т</a:t>
            </a:r>
            <a:r>
              <a:rPr sz="3200" spc="210" dirty="0">
                <a:latin typeface="+mj-lt"/>
                <a:cs typeface="Lucida Sans Unicode"/>
              </a:rPr>
              <a:t>ь</a:t>
            </a:r>
            <a:r>
              <a:rPr sz="3200" spc="45" dirty="0">
                <a:latin typeface="+mj-lt"/>
                <a:cs typeface="Lucida Sans Unicode"/>
              </a:rPr>
              <a:t>м</a:t>
            </a:r>
            <a:r>
              <a:rPr sz="3200" spc="35" dirty="0">
                <a:latin typeface="+mj-lt"/>
                <a:cs typeface="Lucida Sans Unicode"/>
              </a:rPr>
              <a:t>и</a:t>
            </a:r>
            <a:r>
              <a:rPr sz="3200" spc="-120" dirty="0">
                <a:latin typeface="+mj-lt"/>
                <a:cs typeface="Lucida Sans Unicode"/>
              </a:rPr>
              <a:t> </a:t>
            </a:r>
            <a:r>
              <a:rPr sz="3200" spc="-80" dirty="0">
                <a:latin typeface="+mj-lt"/>
                <a:cs typeface="Lucida Sans Unicode"/>
              </a:rPr>
              <a:t>с</a:t>
            </a:r>
            <a:r>
              <a:rPr sz="3200" spc="-120" dirty="0">
                <a:latin typeface="+mj-lt"/>
                <a:cs typeface="Lucida Sans Unicode"/>
              </a:rPr>
              <a:t> </a:t>
            </a:r>
            <a:r>
              <a:rPr sz="3200" spc="10" dirty="0">
                <a:latin typeface="+mj-lt"/>
                <a:cs typeface="Lucida Sans Unicode"/>
              </a:rPr>
              <a:t>О</a:t>
            </a:r>
            <a:r>
              <a:rPr sz="3200" spc="175" dirty="0">
                <a:latin typeface="+mj-lt"/>
                <a:cs typeface="Lucida Sans Unicode"/>
              </a:rPr>
              <a:t>В</a:t>
            </a:r>
            <a:r>
              <a:rPr sz="3200" spc="110" dirty="0">
                <a:latin typeface="+mj-lt"/>
                <a:cs typeface="Lucida Sans Unicode"/>
              </a:rPr>
              <a:t>З</a:t>
            </a:r>
            <a:r>
              <a:rPr sz="3200" spc="305" dirty="0">
                <a:latin typeface="+mj-lt"/>
                <a:cs typeface="Lucida Sans Unicode"/>
              </a:rPr>
              <a:t>)</a:t>
            </a:r>
            <a:endParaRPr sz="3200" dirty="0">
              <a:latin typeface="+mj-lt"/>
              <a:cs typeface="Lucida Sans Unicode"/>
            </a:endParaRPr>
          </a:p>
          <a:p>
            <a:pPr marL="342900" indent="-342900">
              <a:lnSpc>
                <a:spcPct val="100000"/>
              </a:lnSpc>
              <a:spcBef>
                <a:spcPts val="70"/>
              </a:spcBef>
              <a:buFont typeface="Arial" panose="020B0604020202020204" pitchFamily="34" charset="0"/>
              <a:buChar char="•"/>
            </a:pPr>
            <a:endParaRPr sz="3200" dirty="0">
              <a:latin typeface="+mj-lt"/>
              <a:cs typeface="Lucida Sans Unicode"/>
            </a:endParaRPr>
          </a:p>
          <a:p>
            <a:pPr marL="355600" marR="487680" indent="-342900" algn="just">
              <a:lnSpc>
                <a:spcPct val="114599"/>
              </a:lnSpc>
              <a:buFont typeface="Arial" panose="020B0604020202020204" pitchFamily="34" charset="0"/>
              <a:buChar char="•"/>
            </a:pPr>
            <a:r>
              <a:rPr sz="3200" spc="45" dirty="0">
                <a:latin typeface="+mj-lt"/>
                <a:cs typeface="Lucida Sans Unicode"/>
              </a:rPr>
              <a:t>Наличие </a:t>
            </a:r>
            <a:r>
              <a:rPr sz="3200" spc="20" dirty="0">
                <a:latin typeface="+mj-lt"/>
                <a:cs typeface="Lucida Sans Unicode"/>
              </a:rPr>
              <a:t>режима </a:t>
            </a:r>
            <a:r>
              <a:rPr sz="3200" spc="-55" dirty="0">
                <a:latin typeface="+mj-lt"/>
                <a:cs typeface="Lucida Sans Unicode"/>
              </a:rPr>
              <a:t>родителя, </a:t>
            </a:r>
            <a:r>
              <a:rPr sz="3200" dirty="0">
                <a:latin typeface="+mj-lt"/>
                <a:cs typeface="Lucida Sans Unicode"/>
              </a:rPr>
              <a:t>который </a:t>
            </a:r>
            <a:r>
              <a:rPr sz="3200" spc="15" dirty="0">
                <a:latin typeface="+mj-lt"/>
                <a:cs typeface="Lucida Sans Unicode"/>
              </a:rPr>
              <a:t>позволяет </a:t>
            </a:r>
            <a:r>
              <a:rPr sz="3200" spc="-745" dirty="0">
                <a:latin typeface="+mj-lt"/>
                <a:cs typeface="Lucida Sans Unicode"/>
              </a:rPr>
              <a:t> </a:t>
            </a:r>
            <a:r>
              <a:rPr sz="3200" spc="55" dirty="0">
                <a:latin typeface="+mj-lt"/>
                <a:cs typeface="Lucida Sans Unicode"/>
              </a:rPr>
              <a:t>выбирать</a:t>
            </a:r>
            <a:r>
              <a:rPr sz="3200" spc="-130" dirty="0">
                <a:latin typeface="+mj-lt"/>
                <a:cs typeface="Lucida Sans Unicode"/>
              </a:rPr>
              <a:t> </a:t>
            </a:r>
            <a:r>
              <a:rPr sz="3200" spc="-30" dirty="0">
                <a:latin typeface="+mj-lt"/>
                <a:cs typeface="Lucida Sans Unicode"/>
              </a:rPr>
              <a:t>функционал</a:t>
            </a:r>
            <a:r>
              <a:rPr sz="3200" spc="-130" dirty="0">
                <a:latin typeface="+mj-lt"/>
                <a:cs typeface="Lucida Sans Unicode"/>
              </a:rPr>
              <a:t> </a:t>
            </a:r>
            <a:r>
              <a:rPr sz="3200" spc="20" dirty="0">
                <a:latin typeface="+mj-lt"/>
                <a:cs typeface="Lucida Sans Unicode"/>
              </a:rPr>
              <a:t>приложения</a:t>
            </a:r>
            <a:r>
              <a:rPr sz="3200" spc="-130" dirty="0">
                <a:latin typeface="+mj-lt"/>
                <a:cs typeface="Lucida Sans Unicode"/>
              </a:rPr>
              <a:t> </a:t>
            </a:r>
            <a:r>
              <a:rPr sz="3200" spc="35" dirty="0">
                <a:latin typeface="+mj-lt"/>
                <a:cs typeface="Lucida Sans Unicode"/>
              </a:rPr>
              <a:t>и</a:t>
            </a:r>
            <a:r>
              <a:rPr sz="3200" spc="-130" dirty="0">
                <a:latin typeface="+mj-lt"/>
                <a:cs typeface="Lucida Sans Unicode"/>
              </a:rPr>
              <a:t> </a:t>
            </a:r>
            <a:r>
              <a:rPr sz="3200" spc="55" dirty="0">
                <a:latin typeface="+mj-lt"/>
                <a:cs typeface="Lucida Sans Unicode"/>
              </a:rPr>
              <a:t>выбирать </a:t>
            </a:r>
            <a:r>
              <a:rPr sz="3200" spc="-745" dirty="0">
                <a:latin typeface="+mj-lt"/>
                <a:cs typeface="Lucida Sans Unicode"/>
              </a:rPr>
              <a:t> </a:t>
            </a:r>
            <a:r>
              <a:rPr sz="3200" spc="-5" dirty="0">
                <a:latin typeface="+mj-lt"/>
                <a:cs typeface="Lucida Sans Unicode"/>
              </a:rPr>
              <a:t>набор</a:t>
            </a:r>
            <a:r>
              <a:rPr sz="3200" spc="-125" dirty="0">
                <a:latin typeface="+mj-lt"/>
                <a:cs typeface="Lucida Sans Unicode"/>
              </a:rPr>
              <a:t> </a:t>
            </a:r>
            <a:r>
              <a:rPr sz="3200" spc="5" dirty="0">
                <a:latin typeface="+mj-lt"/>
                <a:cs typeface="Lucida Sans Unicode"/>
              </a:rPr>
              <a:t>используемых</a:t>
            </a:r>
            <a:r>
              <a:rPr sz="3200" spc="-120" dirty="0">
                <a:latin typeface="+mj-lt"/>
                <a:cs typeface="Lucida Sans Unicode"/>
              </a:rPr>
              <a:t> </a:t>
            </a:r>
            <a:r>
              <a:rPr sz="3200" spc="10" dirty="0">
                <a:latin typeface="+mj-lt"/>
                <a:cs typeface="Lucida Sans Unicode"/>
              </a:rPr>
              <a:t>карточек</a:t>
            </a:r>
            <a:endParaRPr sz="3200" dirty="0">
              <a:latin typeface="+mj-lt"/>
              <a:cs typeface="Lucida Sans Unicode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sz="3200" dirty="0">
              <a:latin typeface="+mj-lt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3200" spc="45" dirty="0">
                <a:latin typeface="+mj-lt"/>
                <a:cs typeface="Lucida Sans Unicode"/>
              </a:rPr>
              <a:t>Линия</a:t>
            </a:r>
            <a:r>
              <a:rPr sz="3200" spc="-120" dirty="0">
                <a:latin typeface="+mj-lt"/>
                <a:cs typeface="Lucida Sans Unicode"/>
              </a:rPr>
              <a:t> </a:t>
            </a:r>
            <a:r>
              <a:rPr sz="3200" spc="-45" dirty="0">
                <a:latin typeface="+mj-lt"/>
                <a:cs typeface="Lucida Sans Unicode"/>
              </a:rPr>
              <a:t>для</a:t>
            </a:r>
            <a:r>
              <a:rPr sz="3200" spc="-120" dirty="0">
                <a:latin typeface="+mj-lt"/>
                <a:cs typeface="Lucida Sans Unicode"/>
              </a:rPr>
              <a:t> </a:t>
            </a:r>
            <a:r>
              <a:rPr sz="3200" spc="5" dirty="0">
                <a:latin typeface="+mj-lt"/>
                <a:cs typeface="Lucida Sans Unicode"/>
              </a:rPr>
              <a:t>составления</a:t>
            </a:r>
            <a:r>
              <a:rPr sz="3200" spc="-120" dirty="0">
                <a:latin typeface="+mj-lt"/>
                <a:cs typeface="Lucida Sans Unicode"/>
              </a:rPr>
              <a:t> </a:t>
            </a:r>
            <a:r>
              <a:rPr sz="3200" spc="-5" dirty="0">
                <a:latin typeface="+mj-lt"/>
                <a:cs typeface="Lucida Sans Unicode"/>
              </a:rPr>
              <a:t>предложения</a:t>
            </a:r>
            <a:r>
              <a:rPr sz="3200" spc="-120" dirty="0">
                <a:latin typeface="+mj-lt"/>
                <a:cs typeface="Lucida Sans Unicode"/>
              </a:rPr>
              <a:t> </a:t>
            </a:r>
            <a:r>
              <a:rPr sz="3200" spc="35" dirty="0">
                <a:latin typeface="+mj-lt"/>
                <a:cs typeface="Lucida Sans Unicode"/>
              </a:rPr>
              <a:t>и</a:t>
            </a:r>
            <a:r>
              <a:rPr sz="3200" spc="-120" dirty="0">
                <a:latin typeface="+mj-lt"/>
                <a:cs typeface="Lucida Sans Unicode"/>
              </a:rPr>
              <a:t> </a:t>
            </a:r>
            <a:r>
              <a:rPr sz="3200" spc="15" dirty="0">
                <a:latin typeface="+mj-lt"/>
                <a:cs typeface="Lucida Sans Unicode"/>
              </a:rPr>
              <a:t>ее</a:t>
            </a:r>
            <a:r>
              <a:rPr sz="3200" spc="-120" dirty="0">
                <a:latin typeface="+mj-lt"/>
                <a:cs typeface="Lucida Sans Unicode"/>
              </a:rPr>
              <a:t> </a:t>
            </a:r>
            <a:r>
              <a:rPr sz="3200" spc="5" dirty="0">
                <a:latin typeface="+mj-lt"/>
                <a:cs typeface="Lucida Sans Unicode"/>
              </a:rPr>
              <a:t>озвучка.</a:t>
            </a:r>
            <a:endParaRPr sz="3200" dirty="0">
              <a:latin typeface="+mj-lt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9875" y="1851660"/>
            <a:ext cx="3127247" cy="65178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2742" y="1851660"/>
            <a:ext cx="3423513" cy="65178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9170" y="2526487"/>
            <a:ext cx="6353250" cy="59582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5619" y="2559405"/>
            <a:ext cx="4855463" cy="59253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59335" y="473446"/>
            <a:ext cx="8077834" cy="17575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94640" algn="ctr">
              <a:lnSpc>
                <a:spcPts val="6820"/>
              </a:lnSpc>
              <a:spcBef>
                <a:spcPts val="105"/>
              </a:spcBef>
            </a:pPr>
            <a:r>
              <a:rPr sz="6600" spc="480" dirty="0" err="1">
                <a:solidFill>
                  <a:schemeClr val="tx1"/>
                </a:solidFill>
                <a:latin typeface="+mn-lt"/>
              </a:rPr>
              <a:t>Используемый</a:t>
            </a:r>
            <a:r>
              <a:rPr lang="ru-RU" sz="6600" spc="480" dirty="0">
                <a:solidFill>
                  <a:schemeClr val="tx1"/>
                </a:solidFill>
                <a:latin typeface="+mn-lt"/>
              </a:rPr>
              <a:t> </a:t>
            </a:r>
            <a:r>
              <a:rPr sz="6600" spc="520" dirty="0" err="1">
                <a:solidFill>
                  <a:schemeClr val="tx1"/>
                </a:solidFill>
                <a:latin typeface="+mn-lt"/>
              </a:rPr>
              <a:t>стек</a:t>
            </a:r>
            <a:r>
              <a:rPr sz="6600" spc="265" dirty="0">
                <a:solidFill>
                  <a:schemeClr val="tx1"/>
                </a:solidFill>
                <a:latin typeface="+mn-lt"/>
              </a:rPr>
              <a:t> </a:t>
            </a:r>
            <a:r>
              <a:rPr sz="6600" spc="484" dirty="0">
                <a:solidFill>
                  <a:schemeClr val="tx1"/>
                </a:solidFill>
                <a:latin typeface="+mn-lt"/>
              </a:rPr>
              <a:t>технологий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4022685"/>
            <a:ext cx="62922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b="1" spc="-135" dirty="0">
                <a:latin typeface="+mj-lt"/>
                <a:cs typeface="Arial"/>
              </a:rPr>
              <a:t>Я</a:t>
            </a:r>
            <a:r>
              <a:rPr sz="2800" b="1" spc="45" dirty="0">
                <a:latin typeface="+mj-lt"/>
                <a:cs typeface="Arial"/>
              </a:rPr>
              <a:t>З</a:t>
            </a:r>
            <a:r>
              <a:rPr sz="2800" b="1" spc="-180" dirty="0">
                <a:latin typeface="+mj-lt"/>
                <a:cs typeface="Arial"/>
              </a:rPr>
              <a:t>Ы</a:t>
            </a:r>
            <a:r>
              <a:rPr sz="2800" b="1" spc="150" dirty="0">
                <a:latin typeface="+mj-lt"/>
                <a:cs typeface="Arial"/>
              </a:rPr>
              <a:t>К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60" dirty="0">
                <a:latin typeface="+mj-lt"/>
                <a:cs typeface="Arial"/>
              </a:rPr>
              <a:t>П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-20" dirty="0">
                <a:latin typeface="+mj-lt"/>
                <a:cs typeface="Arial"/>
              </a:rPr>
              <a:t>Г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-85" dirty="0">
                <a:latin typeface="+mj-lt"/>
                <a:cs typeface="Arial"/>
              </a:rPr>
              <a:t>А</a:t>
            </a:r>
            <a:r>
              <a:rPr sz="2800" b="1" spc="260" dirty="0">
                <a:latin typeface="+mj-lt"/>
                <a:cs typeface="Arial"/>
              </a:rPr>
              <a:t>М</a:t>
            </a:r>
            <a:r>
              <a:rPr lang="ru-RU" sz="2800" b="1" spc="260" dirty="0">
                <a:latin typeface="+mj-lt"/>
                <a:cs typeface="Arial"/>
              </a:rPr>
              <a:t>М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-125" dirty="0">
                <a:latin typeface="+mj-lt"/>
                <a:cs typeface="Arial"/>
              </a:rPr>
              <a:t>В</a:t>
            </a:r>
            <a:r>
              <a:rPr sz="2800" b="1" spc="-85" dirty="0">
                <a:latin typeface="+mj-lt"/>
                <a:cs typeface="Arial"/>
              </a:rPr>
              <a:t>А</a:t>
            </a:r>
            <a:r>
              <a:rPr sz="2800" b="1" spc="100" dirty="0">
                <a:latin typeface="+mj-lt"/>
                <a:cs typeface="Arial"/>
              </a:rPr>
              <a:t>Н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135" dirty="0">
                <a:latin typeface="+mj-lt"/>
                <a:cs typeface="Arial"/>
              </a:rPr>
              <a:t>Я</a:t>
            </a:r>
            <a:r>
              <a:rPr sz="2800" b="1" spc="-190" dirty="0">
                <a:latin typeface="+mj-lt"/>
                <a:cs typeface="Tahoma"/>
              </a:rPr>
              <a:t>:</a:t>
            </a:r>
            <a:r>
              <a:rPr sz="2800" b="1" spc="-195" dirty="0">
                <a:latin typeface="+mj-lt"/>
                <a:cs typeface="Tahoma"/>
              </a:rPr>
              <a:t> </a:t>
            </a:r>
            <a:r>
              <a:rPr sz="2800" b="1" spc="-5" dirty="0">
                <a:latin typeface="+mj-lt"/>
                <a:cs typeface="Tahoma"/>
              </a:rPr>
              <a:t>K</a:t>
            </a:r>
            <a:r>
              <a:rPr sz="2800" b="1" spc="35" dirty="0">
                <a:latin typeface="+mj-lt"/>
                <a:cs typeface="Tahoma"/>
              </a:rPr>
              <a:t>O</a:t>
            </a:r>
            <a:r>
              <a:rPr sz="2800" b="1" spc="-55" dirty="0">
                <a:latin typeface="+mj-lt"/>
                <a:cs typeface="Tahoma"/>
              </a:rPr>
              <a:t>T</a:t>
            </a:r>
            <a:r>
              <a:rPr sz="2800" b="1" spc="-235" dirty="0">
                <a:latin typeface="+mj-lt"/>
                <a:cs typeface="Tahoma"/>
              </a:rPr>
              <a:t>L</a:t>
            </a:r>
            <a:r>
              <a:rPr sz="2800" b="1" spc="-459" dirty="0">
                <a:latin typeface="+mj-lt"/>
                <a:cs typeface="Tahoma"/>
              </a:rPr>
              <a:t>I</a:t>
            </a:r>
            <a:r>
              <a:rPr sz="2800" b="1" spc="-45" dirty="0">
                <a:latin typeface="+mj-lt"/>
                <a:cs typeface="Tahoma"/>
              </a:rPr>
              <a:t>N</a:t>
            </a:r>
            <a:endParaRPr sz="2800" dirty="0">
              <a:latin typeface="+mj-lt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3400" y="2899770"/>
            <a:ext cx="6070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260" dirty="0">
                <a:latin typeface="+mj-lt"/>
                <a:cs typeface="Arial"/>
              </a:rPr>
              <a:t>М</a:t>
            </a:r>
            <a:r>
              <a:rPr sz="3200" b="1" spc="40" dirty="0">
                <a:latin typeface="+mj-lt"/>
                <a:cs typeface="Arial"/>
              </a:rPr>
              <a:t>О</a:t>
            </a:r>
            <a:r>
              <a:rPr sz="3200" b="1" spc="-200" dirty="0">
                <a:latin typeface="+mj-lt"/>
                <a:cs typeface="Arial"/>
              </a:rPr>
              <a:t>Б</a:t>
            </a:r>
            <a:r>
              <a:rPr sz="3200" b="1" spc="245" dirty="0">
                <a:latin typeface="+mj-lt"/>
                <a:cs typeface="Arial"/>
              </a:rPr>
              <a:t>И</a:t>
            </a:r>
            <a:r>
              <a:rPr sz="3200" b="1" spc="100" dirty="0">
                <a:latin typeface="+mj-lt"/>
                <a:cs typeface="Arial"/>
              </a:rPr>
              <a:t>Л</a:t>
            </a:r>
            <a:r>
              <a:rPr sz="3200" b="1" spc="-200" dirty="0">
                <a:latin typeface="+mj-lt"/>
                <a:cs typeface="Arial"/>
              </a:rPr>
              <a:t>Ь</a:t>
            </a:r>
            <a:r>
              <a:rPr sz="3200" b="1" spc="100" dirty="0">
                <a:latin typeface="+mj-lt"/>
                <a:cs typeface="Arial"/>
              </a:rPr>
              <a:t>Н</a:t>
            </a:r>
            <a:r>
              <a:rPr sz="3200" b="1" spc="40" dirty="0">
                <a:latin typeface="+mj-lt"/>
                <a:cs typeface="Arial"/>
              </a:rPr>
              <a:t>О</a:t>
            </a:r>
            <a:r>
              <a:rPr sz="3200" b="1" spc="-260" dirty="0">
                <a:latin typeface="+mj-lt"/>
                <a:cs typeface="Arial"/>
              </a:rPr>
              <a:t>Е</a:t>
            </a:r>
            <a:r>
              <a:rPr sz="3200" b="1" spc="-160" dirty="0">
                <a:latin typeface="+mj-lt"/>
                <a:cs typeface="Arial"/>
              </a:rPr>
              <a:t> </a:t>
            </a:r>
            <a:r>
              <a:rPr sz="3200" b="1" spc="60" dirty="0">
                <a:latin typeface="+mj-lt"/>
                <a:cs typeface="Arial"/>
              </a:rPr>
              <a:t>П</a:t>
            </a:r>
            <a:r>
              <a:rPr sz="3200" b="1" spc="-100" dirty="0">
                <a:latin typeface="+mj-lt"/>
                <a:cs typeface="Arial"/>
              </a:rPr>
              <a:t>Р</a:t>
            </a:r>
            <a:r>
              <a:rPr sz="3200" b="1" spc="245" dirty="0">
                <a:latin typeface="+mj-lt"/>
                <a:cs typeface="Arial"/>
              </a:rPr>
              <a:t>И</a:t>
            </a:r>
            <a:r>
              <a:rPr sz="3200" b="1" spc="100" dirty="0">
                <a:latin typeface="+mj-lt"/>
                <a:cs typeface="Arial"/>
              </a:rPr>
              <a:t>Л</a:t>
            </a:r>
            <a:r>
              <a:rPr sz="3200" b="1" spc="40" dirty="0">
                <a:latin typeface="+mj-lt"/>
                <a:cs typeface="Arial"/>
              </a:rPr>
              <a:t>О</a:t>
            </a:r>
            <a:r>
              <a:rPr sz="3200" b="1" spc="90" dirty="0">
                <a:latin typeface="+mj-lt"/>
                <a:cs typeface="Arial"/>
              </a:rPr>
              <a:t>Ж</a:t>
            </a:r>
            <a:r>
              <a:rPr sz="3200" b="1" spc="-265" dirty="0">
                <a:latin typeface="+mj-lt"/>
                <a:cs typeface="Arial"/>
              </a:rPr>
              <a:t>Е</a:t>
            </a:r>
            <a:r>
              <a:rPr sz="3200" b="1" spc="100" dirty="0">
                <a:latin typeface="+mj-lt"/>
                <a:cs typeface="Arial"/>
              </a:rPr>
              <a:t>Н</a:t>
            </a:r>
            <a:r>
              <a:rPr sz="3200" b="1" spc="245" dirty="0">
                <a:latin typeface="+mj-lt"/>
                <a:cs typeface="Arial"/>
              </a:rPr>
              <a:t>И</a:t>
            </a:r>
            <a:r>
              <a:rPr sz="3200" b="1" spc="-260" dirty="0">
                <a:latin typeface="+mj-lt"/>
                <a:cs typeface="Arial"/>
              </a:rPr>
              <a:t>Е</a:t>
            </a:r>
            <a:endParaRPr sz="3200" dirty="0">
              <a:latin typeface="+mj-lt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400" y="4977648"/>
            <a:ext cx="75114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b="1" spc="5" dirty="0">
                <a:latin typeface="+mj-lt"/>
                <a:cs typeface="Arial"/>
              </a:rPr>
              <a:t>ИНСТРУМЕНТ</a:t>
            </a:r>
            <a:r>
              <a:rPr sz="2800" b="1" spc="-155" dirty="0">
                <a:latin typeface="+mj-lt"/>
                <a:cs typeface="Arial"/>
              </a:rPr>
              <a:t> </a:t>
            </a:r>
            <a:r>
              <a:rPr sz="2800" b="1" spc="-35" dirty="0">
                <a:latin typeface="+mj-lt"/>
                <a:cs typeface="Arial"/>
              </a:rPr>
              <a:t>РАЗРАБОТКИ</a:t>
            </a:r>
            <a:r>
              <a:rPr sz="2800" b="1" spc="-35" dirty="0">
                <a:latin typeface="+mj-lt"/>
                <a:cs typeface="Tahoma"/>
              </a:rPr>
              <a:t>:</a:t>
            </a:r>
            <a:r>
              <a:rPr sz="2800" b="1" spc="-190" dirty="0">
                <a:latin typeface="+mj-lt"/>
                <a:cs typeface="Tahoma"/>
              </a:rPr>
              <a:t> </a:t>
            </a:r>
            <a:r>
              <a:rPr sz="2800" b="1" spc="-100" dirty="0">
                <a:latin typeface="+mj-lt"/>
                <a:cs typeface="Tahoma"/>
              </a:rPr>
              <a:t>ANDROID</a:t>
            </a:r>
            <a:r>
              <a:rPr sz="2800" b="1" spc="-185" dirty="0">
                <a:latin typeface="+mj-lt"/>
                <a:cs typeface="Tahoma"/>
              </a:rPr>
              <a:t> </a:t>
            </a:r>
            <a:r>
              <a:rPr sz="2800" b="1" spc="-114" dirty="0">
                <a:latin typeface="+mj-lt"/>
                <a:cs typeface="Tahoma"/>
              </a:rPr>
              <a:t>STUDIO</a:t>
            </a:r>
            <a:endParaRPr sz="2800" dirty="0">
              <a:latin typeface="+mj-lt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400" y="6212465"/>
            <a:ext cx="75114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b="1" spc="5" dirty="0">
                <a:latin typeface="+mj-lt"/>
                <a:cs typeface="Arial"/>
              </a:rPr>
              <a:t>ФРЕЙМВОРКИ</a:t>
            </a:r>
            <a:r>
              <a:rPr sz="2800" b="1" spc="5" dirty="0">
                <a:latin typeface="+mj-lt"/>
                <a:cs typeface="Tahoma"/>
              </a:rPr>
              <a:t>/</a:t>
            </a:r>
            <a:r>
              <a:rPr sz="2800" b="1" spc="5" dirty="0">
                <a:latin typeface="+mj-lt"/>
                <a:cs typeface="Arial"/>
              </a:rPr>
              <a:t>БИБЛИОТЕКИ</a:t>
            </a:r>
            <a:r>
              <a:rPr sz="2800" b="1" spc="5" dirty="0">
                <a:latin typeface="+mj-lt"/>
                <a:cs typeface="Tahoma"/>
              </a:rPr>
              <a:t>:</a:t>
            </a:r>
            <a:r>
              <a:rPr sz="2800" b="1" spc="-195" dirty="0">
                <a:latin typeface="+mj-lt"/>
                <a:cs typeface="Tahoma"/>
              </a:rPr>
              <a:t> </a:t>
            </a:r>
            <a:r>
              <a:rPr sz="2800" b="1" spc="-100" dirty="0">
                <a:latin typeface="+mj-lt"/>
                <a:cs typeface="Tahoma"/>
              </a:rPr>
              <a:t>ANDROID</a:t>
            </a:r>
            <a:r>
              <a:rPr sz="2800" b="1" spc="-195" dirty="0">
                <a:latin typeface="+mj-lt"/>
                <a:cs typeface="Tahoma"/>
              </a:rPr>
              <a:t> </a:t>
            </a:r>
            <a:r>
              <a:rPr sz="2800" b="1" spc="-40" dirty="0">
                <a:latin typeface="+mj-lt"/>
                <a:cs typeface="Tahoma"/>
              </a:rPr>
              <a:t>SDK</a:t>
            </a:r>
            <a:endParaRPr sz="2800" dirty="0">
              <a:latin typeface="+mj-lt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55864" y="2899770"/>
            <a:ext cx="309873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80" dirty="0">
                <a:latin typeface="+mj-lt"/>
                <a:cs typeface="Arial"/>
              </a:rPr>
              <a:t>ВЕБ</a:t>
            </a:r>
            <a:r>
              <a:rPr sz="3200" b="1" spc="-80" dirty="0">
                <a:latin typeface="+mj-lt"/>
                <a:cs typeface="Tahoma"/>
              </a:rPr>
              <a:t>-</a:t>
            </a:r>
            <a:r>
              <a:rPr sz="3200" b="1" spc="-80" dirty="0">
                <a:latin typeface="+mj-lt"/>
                <a:cs typeface="Arial"/>
              </a:rPr>
              <a:t>ВЕРСИЯ</a:t>
            </a:r>
            <a:endParaRPr sz="3200" dirty="0">
              <a:latin typeface="+mj-lt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52443" y="4022685"/>
            <a:ext cx="836980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 algn="r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b="1" spc="-135" dirty="0">
                <a:latin typeface="+mj-lt"/>
                <a:cs typeface="Arial"/>
              </a:rPr>
              <a:t>Я</a:t>
            </a:r>
            <a:r>
              <a:rPr sz="2800" b="1" spc="45" dirty="0">
                <a:latin typeface="+mj-lt"/>
                <a:cs typeface="Arial"/>
              </a:rPr>
              <a:t>З</a:t>
            </a:r>
            <a:r>
              <a:rPr sz="2800" b="1" spc="-180" dirty="0">
                <a:latin typeface="+mj-lt"/>
                <a:cs typeface="Arial"/>
              </a:rPr>
              <a:t>Ы</a:t>
            </a:r>
            <a:r>
              <a:rPr sz="2800" b="1" spc="150" dirty="0">
                <a:latin typeface="+mj-lt"/>
                <a:cs typeface="Arial"/>
              </a:rPr>
              <a:t>К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60" dirty="0">
                <a:latin typeface="+mj-lt"/>
                <a:cs typeface="Arial"/>
              </a:rPr>
              <a:t>П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-20" dirty="0">
                <a:latin typeface="+mj-lt"/>
                <a:cs typeface="Arial"/>
              </a:rPr>
              <a:t>Г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-85" dirty="0">
                <a:latin typeface="+mj-lt"/>
                <a:cs typeface="Arial"/>
              </a:rPr>
              <a:t>А</a:t>
            </a:r>
            <a:r>
              <a:rPr sz="2800" b="1" spc="260" dirty="0">
                <a:latin typeface="+mj-lt"/>
                <a:cs typeface="Arial"/>
              </a:rPr>
              <a:t>ММ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100" dirty="0">
                <a:latin typeface="+mj-lt"/>
                <a:cs typeface="Arial"/>
              </a:rPr>
              <a:t>Р</a:t>
            </a:r>
            <a:r>
              <a:rPr sz="2800" b="1" spc="40" dirty="0">
                <a:latin typeface="+mj-lt"/>
                <a:cs typeface="Arial"/>
              </a:rPr>
              <a:t>О</a:t>
            </a:r>
            <a:r>
              <a:rPr sz="2800" b="1" spc="-125" dirty="0">
                <a:latin typeface="+mj-lt"/>
                <a:cs typeface="Arial"/>
              </a:rPr>
              <a:t>В</a:t>
            </a:r>
            <a:r>
              <a:rPr sz="2800" b="1" spc="-85" dirty="0">
                <a:latin typeface="+mj-lt"/>
                <a:cs typeface="Arial"/>
              </a:rPr>
              <a:t>А</a:t>
            </a:r>
            <a:r>
              <a:rPr sz="2800" b="1" spc="100" dirty="0">
                <a:latin typeface="+mj-lt"/>
                <a:cs typeface="Arial"/>
              </a:rPr>
              <a:t>Н</a:t>
            </a:r>
            <a:r>
              <a:rPr sz="2800" b="1" spc="245" dirty="0">
                <a:latin typeface="+mj-lt"/>
                <a:cs typeface="Arial"/>
              </a:rPr>
              <a:t>И</a:t>
            </a:r>
            <a:r>
              <a:rPr sz="2800" b="1" spc="-135" dirty="0">
                <a:latin typeface="+mj-lt"/>
                <a:cs typeface="Arial"/>
              </a:rPr>
              <a:t>Я</a:t>
            </a:r>
            <a:r>
              <a:rPr sz="2800" b="1" spc="-190" dirty="0">
                <a:latin typeface="+mj-lt"/>
                <a:cs typeface="Tahoma"/>
              </a:rPr>
              <a:t>:</a:t>
            </a:r>
            <a:r>
              <a:rPr sz="2800" b="1" spc="-195" dirty="0">
                <a:latin typeface="+mj-lt"/>
                <a:cs typeface="Tahoma"/>
              </a:rPr>
              <a:t> </a:t>
            </a:r>
            <a:r>
              <a:rPr sz="2800" b="1" spc="-5" dirty="0">
                <a:latin typeface="+mj-lt"/>
                <a:cs typeface="Tahoma"/>
              </a:rPr>
              <a:t>K</a:t>
            </a:r>
            <a:r>
              <a:rPr sz="2800" b="1" spc="35" dirty="0">
                <a:latin typeface="+mj-lt"/>
                <a:cs typeface="Tahoma"/>
              </a:rPr>
              <a:t>O</a:t>
            </a:r>
            <a:r>
              <a:rPr sz="2800" b="1" spc="-55" dirty="0">
                <a:latin typeface="+mj-lt"/>
                <a:cs typeface="Tahoma"/>
              </a:rPr>
              <a:t>T</a:t>
            </a:r>
            <a:r>
              <a:rPr sz="2800" b="1" spc="-235" dirty="0">
                <a:latin typeface="+mj-lt"/>
                <a:cs typeface="Tahoma"/>
              </a:rPr>
              <a:t>L</a:t>
            </a:r>
            <a:r>
              <a:rPr sz="2800" b="1" spc="-459" dirty="0">
                <a:latin typeface="+mj-lt"/>
                <a:cs typeface="Tahoma"/>
              </a:rPr>
              <a:t>I</a:t>
            </a:r>
            <a:r>
              <a:rPr sz="2800" b="1" spc="-50" dirty="0">
                <a:latin typeface="+mj-lt"/>
                <a:cs typeface="Tahoma"/>
              </a:rPr>
              <a:t>N</a:t>
            </a:r>
            <a:r>
              <a:rPr sz="2800" b="1" spc="-65" dirty="0">
                <a:latin typeface="+mj-lt"/>
                <a:cs typeface="Tahoma"/>
              </a:rPr>
              <a:t>,</a:t>
            </a:r>
            <a:r>
              <a:rPr sz="2800" b="1" spc="-195" dirty="0">
                <a:latin typeface="+mj-lt"/>
                <a:cs typeface="Tahoma"/>
              </a:rPr>
              <a:t> </a:t>
            </a:r>
            <a:r>
              <a:rPr sz="2800" b="1" spc="-85" dirty="0">
                <a:latin typeface="+mj-lt"/>
                <a:cs typeface="Tahoma"/>
              </a:rPr>
              <a:t>H</a:t>
            </a:r>
            <a:r>
              <a:rPr sz="2800" b="1" spc="-55" dirty="0">
                <a:latin typeface="+mj-lt"/>
                <a:cs typeface="Tahoma"/>
              </a:rPr>
              <a:t>T</a:t>
            </a:r>
            <a:r>
              <a:rPr sz="2800" b="1" spc="55" dirty="0">
                <a:latin typeface="+mj-lt"/>
                <a:cs typeface="Tahoma"/>
              </a:rPr>
              <a:t>M</a:t>
            </a:r>
            <a:r>
              <a:rPr sz="2800" b="1" spc="-235" dirty="0">
                <a:latin typeface="+mj-lt"/>
                <a:cs typeface="Tahoma"/>
              </a:rPr>
              <a:t>L</a:t>
            </a:r>
            <a:r>
              <a:rPr sz="2800" b="1" spc="-65" dirty="0">
                <a:latin typeface="+mj-lt"/>
                <a:cs typeface="Tahoma"/>
              </a:rPr>
              <a:t>,</a:t>
            </a:r>
            <a:r>
              <a:rPr sz="2800" b="1" spc="-195" dirty="0">
                <a:latin typeface="+mj-lt"/>
                <a:cs typeface="Tahoma"/>
              </a:rPr>
              <a:t> </a:t>
            </a:r>
            <a:r>
              <a:rPr sz="2800" b="1" spc="220" dirty="0">
                <a:latin typeface="+mj-lt"/>
                <a:cs typeface="Tahoma"/>
              </a:rPr>
              <a:t>C</a:t>
            </a:r>
            <a:r>
              <a:rPr sz="2800" b="1" spc="-50" dirty="0">
                <a:latin typeface="+mj-lt"/>
                <a:cs typeface="Tahoma"/>
              </a:rPr>
              <a:t>SS</a:t>
            </a:r>
            <a:r>
              <a:rPr sz="2800" b="1" spc="-65" dirty="0">
                <a:latin typeface="+mj-lt"/>
                <a:cs typeface="Tahoma"/>
              </a:rPr>
              <a:t>,</a:t>
            </a:r>
            <a:r>
              <a:rPr sz="2800" b="1" spc="-195" dirty="0">
                <a:latin typeface="+mj-lt"/>
                <a:cs typeface="Tahoma"/>
              </a:rPr>
              <a:t> </a:t>
            </a:r>
            <a:r>
              <a:rPr sz="2800" b="1" spc="180" dirty="0">
                <a:latin typeface="+mj-lt"/>
                <a:cs typeface="Tahoma"/>
              </a:rPr>
              <a:t>J</a:t>
            </a:r>
            <a:r>
              <a:rPr sz="2800" b="1" spc="-45" dirty="0">
                <a:latin typeface="+mj-lt"/>
                <a:cs typeface="Tahoma"/>
              </a:rPr>
              <a:t>S</a:t>
            </a:r>
            <a:endParaRPr sz="2800" dirty="0">
              <a:latin typeface="+mj-lt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13296" y="4921644"/>
            <a:ext cx="710895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 algn="r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b="1" spc="5" dirty="0">
                <a:latin typeface="+mj-lt"/>
                <a:cs typeface="Arial"/>
              </a:rPr>
              <a:t>ИНСТРУМЕНТ</a:t>
            </a:r>
            <a:r>
              <a:rPr sz="2800" b="1" spc="-160" dirty="0">
                <a:latin typeface="+mj-lt"/>
                <a:cs typeface="Arial"/>
              </a:rPr>
              <a:t> </a:t>
            </a:r>
            <a:r>
              <a:rPr sz="2800" b="1" spc="-35" dirty="0">
                <a:latin typeface="+mj-lt"/>
                <a:cs typeface="Arial"/>
              </a:rPr>
              <a:t>РАЗРАБОТКИ</a:t>
            </a:r>
            <a:r>
              <a:rPr sz="2800" b="1" spc="-35" dirty="0">
                <a:latin typeface="+mj-lt"/>
                <a:cs typeface="Tahoma"/>
              </a:rPr>
              <a:t>:</a:t>
            </a:r>
            <a:r>
              <a:rPr sz="2800" b="1" spc="-195" dirty="0">
                <a:latin typeface="+mj-lt"/>
                <a:cs typeface="Tahoma"/>
              </a:rPr>
              <a:t> </a:t>
            </a:r>
            <a:r>
              <a:rPr sz="2800" b="1" spc="-185" dirty="0">
                <a:latin typeface="+mj-lt"/>
                <a:cs typeface="Tahoma"/>
              </a:rPr>
              <a:t>INTELLIJ</a:t>
            </a:r>
            <a:r>
              <a:rPr sz="2800" b="1" spc="-190" dirty="0">
                <a:latin typeface="+mj-lt"/>
                <a:cs typeface="Tahoma"/>
              </a:rPr>
              <a:t> </a:t>
            </a:r>
            <a:r>
              <a:rPr sz="2800" b="1" spc="-150" dirty="0">
                <a:latin typeface="+mj-lt"/>
                <a:cs typeface="Tahoma"/>
              </a:rPr>
              <a:t>IDEA</a:t>
            </a:r>
            <a:endParaRPr sz="2800" dirty="0">
              <a:latin typeface="+mj-lt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840558" y="6212464"/>
            <a:ext cx="568169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 algn="r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b="1" dirty="0">
                <a:latin typeface="+mj-lt"/>
                <a:cs typeface="Arial"/>
              </a:rPr>
              <a:t>ФРЕЙМВОРКИ</a:t>
            </a:r>
            <a:r>
              <a:rPr sz="2800" b="1" dirty="0">
                <a:latin typeface="+mj-lt"/>
                <a:cs typeface="Tahoma"/>
              </a:rPr>
              <a:t>/</a:t>
            </a:r>
            <a:r>
              <a:rPr sz="2800" b="1" dirty="0">
                <a:latin typeface="+mj-lt"/>
                <a:cs typeface="Arial"/>
              </a:rPr>
              <a:t>БИБЛИОТЕКИ</a:t>
            </a:r>
            <a:r>
              <a:rPr sz="2800" b="1" dirty="0">
                <a:latin typeface="+mj-lt"/>
                <a:cs typeface="Tahoma"/>
              </a:rPr>
              <a:t>:ZK</a:t>
            </a:r>
            <a:endParaRPr sz="2800" dirty="0">
              <a:latin typeface="+mj-lt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11CE2-F948-4DC2-852F-72F3B5A2C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100" y="800100"/>
            <a:ext cx="9829800" cy="2769989"/>
          </a:xfrm>
        </p:spPr>
        <p:txBody>
          <a:bodyPr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+mj-lt"/>
              </a:rPr>
              <a:t>Варианты использования (прецеденты)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A67035-B8AC-414C-9AD6-1007B5E1C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009900"/>
            <a:ext cx="16206635" cy="479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44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17C8D5-74AE-43D2-AF44-9E84977F5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47900"/>
            <a:ext cx="1754484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23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99410E-425F-407B-8A64-BF0948A68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543268"/>
            <a:ext cx="13334999" cy="720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195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6A193C-6739-4BE4-B5AA-462E582B8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3861" y="223609"/>
            <a:ext cx="9560273" cy="923330"/>
          </a:xfrm>
        </p:spPr>
        <p:txBody>
          <a:bodyPr/>
          <a:lstStyle/>
          <a:p>
            <a:pPr algn="ctr"/>
            <a:r>
              <a:rPr lang="ru-RU" sz="6000" dirty="0">
                <a:solidFill>
                  <a:schemeClr val="tx1"/>
                </a:solidFill>
                <a:latin typeface="+mj-lt"/>
              </a:rPr>
              <a:t>Диаграмма деятельности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3E1778-D853-4B91-B0A4-B411C8071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146939"/>
            <a:ext cx="8229600" cy="856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27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CEF3A7-AB46-4194-89C3-43543A773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18346"/>
            <a:ext cx="5410200" cy="96181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5456844-4A13-4020-8C5A-99139794F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399" y="318346"/>
            <a:ext cx="5410201" cy="96181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94080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313</Words>
  <Application>Microsoft Office PowerPoint</Application>
  <PresentationFormat>Произвольный</PresentationFormat>
  <Paragraphs>45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Lucida Sans Unicode</vt:lpstr>
      <vt:lpstr>Microsoft Sans Serif</vt:lpstr>
      <vt:lpstr>Office Theme</vt:lpstr>
      <vt:lpstr>Презентация PowerPoint</vt:lpstr>
      <vt:lpstr>Цель Разработать прототип мобильного приложения для общения детей с ОВЗ и создать его веб-версию</vt:lpstr>
      <vt:lpstr>Конкуренты</vt:lpstr>
      <vt:lpstr>Преимущества  разрабатываемого  приложения</vt:lpstr>
      <vt:lpstr>Функциональные  требования</vt:lpstr>
      <vt:lpstr>Презентация PowerPoint</vt:lpstr>
      <vt:lpstr>Презентация PowerPoint</vt:lpstr>
      <vt:lpstr>Используемый стек технологий</vt:lpstr>
      <vt:lpstr>Варианты использования (прецеденты)</vt:lpstr>
      <vt:lpstr>Презентация PowerPoint</vt:lpstr>
      <vt:lpstr>Презентация PowerPoint</vt:lpstr>
      <vt:lpstr>Диаграмма деятельности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 и мобильного приложения для организации альтернативных способов коммуникации детей с ОВЗ</dc:title>
  <dc:creator>Александра</dc:creator>
  <cp:keywords>DAFzOUfxmpI,BAE695CCyb0</cp:keywords>
  <cp:lastModifiedBy>Матвей Матвей</cp:lastModifiedBy>
  <cp:revision>5</cp:revision>
  <dcterms:created xsi:type="dcterms:W3CDTF">2023-12-09T19:29:01Z</dcterms:created>
  <dcterms:modified xsi:type="dcterms:W3CDTF">2023-12-18T07:28:13Z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2023-12-09T00:00:00Z</vt:filetime>
  </property>
  <property fmtid="{D5CDD505-2E9C-101B-9397-08002B2CF9AE}" pid="3" name="Creator">
    <vt:lpwstr>Canva</vt:lpwstr>
  </property>
  <property fmtid="{D5CDD505-2E9C-101B-9397-08002B2CF9AE}" pid="4" name="LastSaved">
    <vt:filetime>2023-12-09T00:00:00Z</vt:filetime>
  </property>
</Properties>
</file>